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20"/>
  </p:notesMasterIdLst>
  <p:handoutMasterIdLst>
    <p:handoutMasterId r:id="rId21"/>
  </p:handoutMasterIdLst>
  <p:sldIdLst>
    <p:sldId id="340" r:id="rId5"/>
    <p:sldId id="341" r:id="rId6"/>
    <p:sldId id="343" r:id="rId7"/>
    <p:sldId id="356" r:id="rId8"/>
    <p:sldId id="342" r:id="rId9"/>
    <p:sldId id="344" r:id="rId10"/>
    <p:sldId id="346" r:id="rId11"/>
    <p:sldId id="347" r:id="rId12"/>
    <p:sldId id="348" r:id="rId13"/>
    <p:sldId id="350" r:id="rId14"/>
    <p:sldId id="351" r:id="rId15"/>
    <p:sldId id="352" r:id="rId16"/>
    <p:sldId id="353" r:id="rId17"/>
    <p:sldId id="354" r:id="rId18"/>
    <p:sldId id="355"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E0B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1E171933-4619-4E11-9A3F-F7608DF75F80}">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autoAdjust="0"/>
  </p:normalViewPr>
  <p:slideViewPr>
    <p:cSldViewPr snapToGrid="0">
      <p:cViewPr varScale="1">
        <p:scale>
          <a:sx n="78" d="100"/>
          <a:sy n="78" d="100"/>
        </p:scale>
        <p:origin x="878" y="62"/>
      </p:cViewPr>
      <p:guideLst/>
    </p:cSldViewPr>
  </p:slideViewPr>
  <p:outlineViewPr>
    <p:cViewPr>
      <p:scale>
        <a:sx n="33" d="100"/>
        <a:sy n="33" d="100"/>
      </p:scale>
      <p:origin x="0" y="-11376"/>
    </p:cViewPr>
  </p:outlineViewPr>
  <p:notesTextViewPr>
    <p:cViewPr>
      <p:scale>
        <a:sx n="1" d="1"/>
        <a:sy n="1" d="1"/>
      </p:scale>
      <p:origin x="0" y="0"/>
    </p:cViewPr>
  </p:notesTextViewPr>
  <p:sorterViewPr>
    <p:cViewPr varScale="1">
      <p:scale>
        <a:sx n="100" d="100"/>
        <a:sy n="100" d="100"/>
      </p:scale>
      <p:origin x="0" y="-6264"/>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8/10/relationships/authors" Target="authors.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4_1">
  <dgm:title val=""/>
  <dgm:desc val=""/>
  <dgm:catLst>
    <dgm:cat type="accent4" pri="11100"/>
  </dgm:catLst>
  <dgm:styleLbl name="node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4">
        <a:shade val="80000"/>
      </a:schemeClr>
    </dgm:linClrLst>
    <dgm:effectClrLst/>
    <dgm:txLinClrLst/>
    <dgm:txFillClrLst/>
    <dgm:txEffectClrLst/>
  </dgm:styleLbl>
  <dgm:styleLbl name="node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f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align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b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dgm:txEffectClrLst/>
  </dgm:styleLbl>
  <dgm:styleLbl name="parChTrans2D2">
    <dgm:fillClrLst meth="repeat">
      <a:schemeClr val="accent4"/>
    </dgm:fillClrLst>
    <dgm:linClrLst meth="repeat">
      <a:schemeClr val="accent4"/>
    </dgm:linClrLst>
    <dgm:effectClrLst/>
    <dgm:txLinClrLst/>
    <dgm:txFillClrLst/>
    <dgm:txEffectClrLst/>
  </dgm:styleLbl>
  <dgm:styleLbl name="parChTrans2D3">
    <dgm:fillClrLst meth="repeat">
      <a:schemeClr val="accent4"/>
    </dgm:fillClrLst>
    <dgm:linClrLst meth="repeat">
      <a:schemeClr val="accent4"/>
    </dgm:linClrLst>
    <dgm:effectClrLst/>
    <dgm:txLinClrLst/>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con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align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trAlignAcc1">
    <dgm:fillClrLst meth="repeat">
      <a:schemeClr val="accent4">
        <a:alpha val="40000"/>
        <a:tint val="40000"/>
      </a:schemeClr>
    </dgm:fillClrLst>
    <dgm:linClrLst meth="repeat">
      <a:schemeClr val="accent4"/>
    </dgm:linClrLst>
    <dgm:effectClrLst/>
    <dgm:txLinClrLst/>
    <dgm:txFillClrLst meth="repeat">
      <a:schemeClr val="dk1"/>
    </dgm:txFillClrLst>
    <dgm:txEffectClrLst/>
  </dgm:styleLbl>
  <dgm:styleLbl name="b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fgAcc0">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2">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3">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4">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66480AC-C0DE-4E5E-9ECD-9AE37E3FCB79}" type="doc">
      <dgm:prSet loTypeId="urn:microsoft.com/office/officeart/2016/7/layout/BasicTimeline" loCatId="timeline" qsTypeId="urn:microsoft.com/office/officeart/2005/8/quickstyle/simple1" qsCatId="simple" csTypeId="urn:microsoft.com/office/officeart/2005/8/colors/accent4_1" csCatId="accent4" phldr="1"/>
      <dgm:spPr/>
      <dgm:t>
        <a:bodyPr/>
        <a:lstStyle/>
        <a:p>
          <a:endParaRPr lang="en-US"/>
        </a:p>
      </dgm:t>
    </dgm:pt>
    <dgm:pt modelId="{A8C03FBB-4A75-4460-AEA6-DEAEB9C61496}">
      <dgm:prSet phldrT="[Text]" phldr="0" custT="1"/>
      <dgm:spPr/>
      <dgm:t>
        <a:bodyPr/>
        <a:lstStyle/>
        <a:p>
          <a:pPr>
            <a:defRPr b="1"/>
          </a:pPr>
          <a:r>
            <a:rPr lang="en-US" sz="1800" dirty="0">
              <a:latin typeface="+mj-lt"/>
            </a:rPr>
            <a:t>Q3</a:t>
          </a:r>
        </a:p>
      </dgm:t>
    </dgm:pt>
    <dgm:pt modelId="{4E972F7F-4B1B-47AA-A25B-1FFC561F1C76}" type="parTrans" cxnId="{D3D81948-D963-4D1E-AE16-9705EAF510FC}">
      <dgm:prSet/>
      <dgm:spPr/>
      <dgm:t>
        <a:bodyPr/>
        <a:lstStyle/>
        <a:p>
          <a:endParaRPr lang="en-US" sz="1800">
            <a:latin typeface="+mj-lt"/>
          </a:endParaRPr>
        </a:p>
      </dgm:t>
    </dgm:pt>
    <dgm:pt modelId="{67361508-930A-4A23-8CFC-BB56DA645C3C}" type="sibTrans" cxnId="{D3D81948-D963-4D1E-AE16-9705EAF510FC}">
      <dgm:prSet/>
      <dgm:spPr/>
      <dgm:t>
        <a:bodyPr/>
        <a:lstStyle/>
        <a:p>
          <a:endParaRPr lang="en-US" sz="1800">
            <a:latin typeface="+mj-lt"/>
          </a:endParaRPr>
        </a:p>
      </dgm:t>
    </dgm:pt>
    <dgm:pt modelId="{5E71F362-34DF-4EEC-92A3-0EFE450E05E4}">
      <dgm:prSet phldrT="[Text]" phldr="0" custT="1"/>
      <dgm:spPr/>
      <dgm:t>
        <a:bodyPr/>
        <a:lstStyle/>
        <a:p>
          <a:pPr algn="ctr"/>
          <a:r>
            <a:rPr lang="en-US" sz="1800" dirty="0">
              <a:latin typeface="+mj-lt"/>
            </a:rPr>
            <a:t>Market research</a:t>
          </a:r>
        </a:p>
      </dgm:t>
    </dgm:pt>
    <dgm:pt modelId="{8E5EE4D1-908E-455C-B8B3-281AD42DEC9A}" type="parTrans" cxnId="{B99CA6C9-28D1-4DDB-B8EC-AED73AD115CA}">
      <dgm:prSet/>
      <dgm:spPr/>
      <dgm:t>
        <a:bodyPr/>
        <a:lstStyle/>
        <a:p>
          <a:endParaRPr lang="en-US" sz="1800">
            <a:latin typeface="+mj-lt"/>
          </a:endParaRPr>
        </a:p>
      </dgm:t>
    </dgm:pt>
    <dgm:pt modelId="{B208B24A-E9FD-40A9-B764-FB7C2B7ED8B9}" type="sibTrans" cxnId="{B99CA6C9-28D1-4DDB-B8EC-AED73AD115CA}">
      <dgm:prSet/>
      <dgm:spPr/>
      <dgm:t>
        <a:bodyPr/>
        <a:lstStyle/>
        <a:p>
          <a:endParaRPr lang="en-US" sz="1800">
            <a:latin typeface="+mj-lt"/>
          </a:endParaRPr>
        </a:p>
      </dgm:t>
    </dgm:pt>
    <dgm:pt modelId="{91969DED-4CB8-4A14-A50B-3F7B848E46B5}">
      <dgm:prSet phldrT="[Text]" phldr="0" custT="1"/>
      <dgm:spPr/>
      <dgm:t>
        <a:bodyPr/>
        <a:lstStyle/>
        <a:p>
          <a:pPr>
            <a:defRPr b="1"/>
          </a:pPr>
          <a:r>
            <a:rPr lang="en-US" sz="1800" dirty="0">
              <a:latin typeface="+mj-lt"/>
            </a:rPr>
            <a:t>Q4</a:t>
          </a:r>
        </a:p>
      </dgm:t>
    </dgm:pt>
    <dgm:pt modelId="{441CD73D-85E1-42A6-BCF8-362A3247E2F3}" type="parTrans" cxnId="{537F2ED0-8BD0-4AD5-B60D-89B660EDA1AC}">
      <dgm:prSet/>
      <dgm:spPr/>
      <dgm:t>
        <a:bodyPr/>
        <a:lstStyle/>
        <a:p>
          <a:endParaRPr lang="en-US" sz="1800">
            <a:latin typeface="+mj-lt"/>
          </a:endParaRPr>
        </a:p>
      </dgm:t>
    </dgm:pt>
    <dgm:pt modelId="{81CA8AA2-C0C3-4381-BA8B-413EDD578B83}" type="sibTrans" cxnId="{537F2ED0-8BD0-4AD5-B60D-89B660EDA1AC}">
      <dgm:prSet/>
      <dgm:spPr/>
      <dgm:t>
        <a:bodyPr/>
        <a:lstStyle/>
        <a:p>
          <a:endParaRPr lang="en-US" sz="1800">
            <a:latin typeface="+mj-lt"/>
          </a:endParaRPr>
        </a:p>
      </dgm:t>
    </dgm:pt>
    <dgm:pt modelId="{8A04F340-E8E1-4146-9905-E7ADCAEAABD7}">
      <dgm:prSet phldrT="[Text]" phldr="0" custT="1"/>
      <dgm:spPr/>
      <dgm:t>
        <a:bodyPr/>
        <a:lstStyle/>
        <a:p>
          <a:pPr algn="ctr"/>
          <a:r>
            <a:rPr lang="en-US" sz="1800" dirty="0">
              <a:latin typeface="+mj-lt"/>
            </a:rPr>
            <a:t>Product development</a:t>
          </a:r>
        </a:p>
      </dgm:t>
    </dgm:pt>
    <dgm:pt modelId="{4EBD5EC2-45ED-4ED6-8376-97D155A911AE}" type="parTrans" cxnId="{E636BFFB-0404-4D4B-B3F0-C64FDFD9DDEF}">
      <dgm:prSet/>
      <dgm:spPr/>
      <dgm:t>
        <a:bodyPr/>
        <a:lstStyle/>
        <a:p>
          <a:endParaRPr lang="en-US" sz="1800">
            <a:latin typeface="+mj-lt"/>
          </a:endParaRPr>
        </a:p>
      </dgm:t>
    </dgm:pt>
    <dgm:pt modelId="{F9CD2A04-6A34-4104-A971-391788B88F55}" type="sibTrans" cxnId="{E636BFFB-0404-4D4B-B3F0-C64FDFD9DDEF}">
      <dgm:prSet/>
      <dgm:spPr/>
      <dgm:t>
        <a:bodyPr/>
        <a:lstStyle/>
        <a:p>
          <a:endParaRPr lang="en-US" sz="1800">
            <a:latin typeface="+mj-lt"/>
          </a:endParaRPr>
        </a:p>
      </dgm:t>
    </dgm:pt>
    <dgm:pt modelId="{3CC73758-10C1-47F8-AFA7-1A986D4DDD60}">
      <dgm:prSet phldrT="[Text]" phldr="0" custT="1"/>
      <dgm:spPr/>
      <dgm:t>
        <a:bodyPr/>
        <a:lstStyle/>
        <a:p>
          <a:pPr>
            <a:defRPr b="1"/>
          </a:pPr>
          <a:r>
            <a:rPr lang="en-US" sz="1800" dirty="0">
              <a:latin typeface="+mj-lt"/>
            </a:rPr>
            <a:t>Q1</a:t>
          </a:r>
        </a:p>
      </dgm:t>
    </dgm:pt>
    <dgm:pt modelId="{FF6AE4B6-4A2F-49EE-9316-9AF55E77838B}" type="parTrans" cxnId="{4A69F85D-5C15-48FD-893A-B3050E1BADEB}">
      <dgm:prSet/>
      <dgm:spPr/>
      <dgm:t>
        <a:bodyPr/>
        <a:lstStyle/>
        <a:p>
          <a:endParaRPr lang="en-US" sz="1800">
            <a:latin typeface="+mj-lt"/>
          </a:endParaRPr>
        </a:p>
      </dgm:t>
    </dgm:pt>
    <dgm:pt modelId="{D8170BBA-6035-4773-8431-FEDD687647FF}" type="sibTrans" cxnId="{4A69F85D-5C15-48FD-893A-B3050E1BADEB}">
      <dgm:prSet/>
      <dgm:spPr/>
      <dgm:t>
        <a:bodyPr/>
        <a:lstStyle/>
        <a:p>
          <a:endParaRPr lang="en-US" sz="1800">
            <a:latin typeface="+mj-lt"/>
          </a:endParaRPr>
        </a:p>
      </dgm:t>
    </dgm:pt>
    <dgm:pt modelId="{FD9CA14A-483C-4869-B0C1-7C5FB7EEDBCC}">
      <dgm:prSet phldrT="[Text]" phldr="0" custT="1"/>
      <dgm:spPr/>
      <dgm:t>
        <a:bodyPr/>
        <a:lstStyle/>
        <a:p>
          <a:pPr algn="ctr"/>
          <a:r>
            <a:rPr lang="en-US" sz="1800" dirty="0">
              <a:latin typeface="+mj-lt"/>
            </a:rPr>
            <a:t> User testing</a:t>
          </a:r>
        </a:p>
      </dgm:t>
    </dgm:pt>
    <dgm:pt modelId="{8182A92F-45BA-4CD1-8E43-0B0810A50FEB}" type="parTrans" cxnId="{5EDA943F-300F-408A-A52E-3D5140FD5C22}">
      <dgm:prSet/>
      <dgm:spPr/>
      <dgm:t>
        <a:bodyPr/>
        <a:lstStyle/>
        <a:p>
          <a:endParaRPr lang="en-US" sz="1800">
            <a:latin typeface="+mj-lt"/>
          </a:endParaRPr>
        </a:p>
      </dgm:t>
    </dgm:pt>
    <dgm:pt modelId="{914BB93C-EA8A-4B5B-8F06-30DA7C7F4B7B}" type="sibTrans" cxnId="{5EDA943F-300F-408A-A52E-3D5140FD5C22}">
      <dgm:prSet/>
      <dgm:spPr/>
      <dgm:t>
        <a:bodyPr/>
        <a:lstStyle/>
        <a:p>
          <a:endParaRPr lang="en-US" sz="1800">
            <a:latin typeface="+mj-lt"/>
          </a:endParaRPr>
        </a:p>
      </dgm:t>
    </dgm:pt>
    <dgm:pt modelId="{D2FE027B-4161-41E1-B4D4-02AECB2E3FA0}">
      <dgm:prSet phldrT="[Text]" phldr="0" custT="1"/>
      <dgm:spPr/>
      <dgm:t>
        <a:bodyPr/>
        <a:lstStyle/>
        <a:p>
          <a:pPr>
            <a:defRPr b="1"/>
          </a:pPr>
          <a:r>
            <a:rPr lang="en-US" sz="1800" dirty="0">
              <a:latin typeface="+mj-lt"/>
            </a:rPr>
            <a:t>Q2</a:t>
          </a:r>
        </a:p>
      </dgm:t>
    </dgm:pt>
    <dgm:pt modelId="{88680CFE-3CE0-4842-B3D3-716D3B671238}" type="parTrans" cxnId="{4F4F82A2-02F1-492B-96C1-46C070BEFCE3}">
      <dgm:prSet/>
      <dgm:spPr/>
      <dgm:t>
        <a:bodyPr/>
        <a:lstStyle/>
        <a:p>
          <a:endParaRPr lang="en-US" sz="1800">
            <a:latin typeface="+mj-lt"/>
          </a:endParaRPr>
        </a:p>
      </dgm:t>
    </dgm:pt>
    <dgm:pt modelId="{4D59E06B-629C-40B5-96D3-423B7A56C945}" type="sibTrans" cxnId="{4F4F82A2-02F1-492B-96C1-46C070BEFCE3}">
      <dgm:prSet/>
      <dgm:spPr/>
      <dgm:t>
        <a:bodyPr/>
        <a:lstStyle/>
        <a:p>
          <a:endParaRPr lang="en-US" sz="1800">
            <a:latin typeface="+mj-lt"/>
          </a:endParaRPr>
        </a:p>
      </dgm:t>
    </dgm:pt>
    <dgm:pt modelId="{2BE415B7-7185-4956-8487-237B40BC0EE5}">
      <dgm:prSet phldrT="[Text]" phldr="0" custT="1"/>
      <dgm:spPr/>
      <dgm:t>
        <a:bodyPr/>
        <a:lstStyle/>
        <a:p>
          <a:pPr algn="ctr"/>
          <a:r>
            <a:rPr lang="en-US" sz="1800" dirty="0">
              <a:latin typeface="+mj-lt"/>
            </a:rPr>
            <a:t>Product launch</a:t>
          </a:r>
        </a:p>
      </dgm:t>
    </dgm:pt>
    <dgm:pt modelId="{A38E847E-0D1D-4F40-9A71-4D5999ADE08B}" type="parTrans" cxnId="{CB32A309-9CA9-4554-941D-519A91A9E733}">
      <dgm:prSet/>
      <dgm:spPr/>
      <dgm:t>
        <a:bodyPr/>
        <a:lstStyle/>
        <a:p>
          <a:endParaRPr lang="en-US" sz="1800">
            <a:latin typeface="+mj-lt"/>
          </a:endParaRPr>
        </a:p>
      </dgm:t>
    </dgm:pt>
    <dgm:pt modelId="{F0D1C61C-E3F2-49BA-A2D8-C04A81308E5D}" type="sibTrans" cxnId="{CB32A309-9CA9-4554-941D-519A91A9E733}">
      <dgm:prSet/>
      <dgm:spPr/>
      <dgm:t>
        <a:bodyPr/>
        <a:lstStyle/>
        <a:p>
          <a:endParaRPr lang="en-US" sz="1800">
            <a:latin typeface="+mj-lt"/>
          </a:endParaRPr>
        </a:p>
      </dgm:t>
    </dgm:pt>
    <dgm:pt modelId="{9FFA803F-EA25-49D8-A073-96E9747E345F}" type="pres">
      <dgm:prSet presAssocID="{A66480AC-C0DE-4E5E-9ECD-9AE37E3FCB79}" presName="root" presStyleCnt="0">
        <dgm:presLayoutVars>
          <dgm:chMax/>
          <dgm:chPref/>
          <dgm:animLvl val="lvl"/>
        </dgm:presLayoutVars>
      </dgm:prSet>
      <dgm:spPr/>
    </dgm:pt>
    <dgm:pt modelId="{EE0E6265-BE99-48D1-8879-DB5A75D6D78E}" type="pres">
      <dgm:prSet presAssocID="{A66480AC-C0DE-4E5E-9ECD-9AE37E3FCB79}" presName="divider" presStyleLbl="fgAccFollowNode1" presStyleIdx="0" presStyleCnt="1"/>
      <dgm:spPr>
        <a:solidFill>
          <a:schemeClr val="lt1">
            <a:alpha val="90000"/>
            <a:tint val="40000"/>
            <a:hueOff val="0"/>
            <a:satOff val="0"/>
            <a:lumOff val="0"/>
            <a:alphaOff val="0"/>
          </a:schemeClr>
        </a:solidFill>
        <a:ln w="15875" cap="rnd" cmpd="sng" algn="ctr">
          <a:solidFill>
            <a:schemeClr val="accent4">
              <a:alpha val="90000"/>
              <a:hueOff val="0"/>
              <a:satOff val="0"/>
              <a:lumOff val="0"/>
              <a:alphaOff val="0"/>
            </a:schemeClr>
          </a:solidFill>
          <a:prstDash val="solid"/>
          <a:tailEnd type="triangle" w="lg" len="lg"/>
        </a:ln>
        <a:effectLst/>
      </dgm:spPr>
    </dgm:pt>
    <dgm:pt modelId="{BDA8F949-88B8-486D-9E41-ABA1463A8926}" type="pres">
      <dgm:prSet presAssocID="{A66480AC-C0DE-4E5E-9ECD-9AE37E3FCB79}" presName="nodes" presStyleCnt="0">
        <dgm:presLayoutVars>
          <dgm:chMax/>
          <dgm:chPref/>
          <dgm:animLvl val="lvl"/>
        </dgm:presLayoutVars>
      </dgm:prSet>
      <dgm:spPr/>
    </dgm:pt>
    <dgm:pt modelId="{A41AEE8D-8763-4311-BB07-B499A93D76EA}" type="pres">
      <dgm:prSet presAssocID="{A8C03FBB-4A75-4460-AEA6-DEAEB9C61496}" presName="composite" presStyleCnt="0"/>
      <dgm:spPr/>
    </dgm:pt>
    <dgm:pt modelId="{FE5C7F33-9326-49FB-89A3-8A20163AD994}" type="pres">
      <dgm:prSet presAssocID="{A8C03FBB-4A75-4460-AEA6-DEAEB9C61496}" presName="L1TextContainer" presStyleLbl="revTx" presStyleIdx="0" presStyleCnt="4">
        <dgm:presLayoutVars>
          <dgm:chMax val="1"/>
          <dgm:chPref val="1"/>
          <dgm:bulletEnabled val="1"/>
        </dgm:presLayoutVars>
      </dgm:prSet>
      <dgm:spPr/>
    </dgm:pt>
    <dgm:pt modelId="{C51067AB-548D-47E7-B9DD-C7A4C9600F8C}" type="pres">
      <dgm:prSet presAssocID="{A8C03FBB-4A75-4460-AEA6-DEAEB9C61496}" presName="L2TextContainerWrapper" presStyleCnt="0">
        <dgm:presLayoutVars>
          <dgm:chMax val="0"/>
          <dgm:chPref val="0"/>
          <dgm:bulletEnabled val="1"/>
        </dgm:presLayoutVars>
      </dgm:prSet>
      <dgm:spPr/>
    </dgm:pt>
    <dgm:pt modelId="{BA29120C-7C6B-4F62-9079-4AD528BC0744}" type="pres">
      <dgm:prSet presAssocID="{A8C03FBB-4A75-4460-AEA6-DEAEB9C61496}" presName="L2TextContainer" presStyleLbl="bgAcc1" presStyleIdx="0" presStyleCnt="4"/>
      <dgm:spPr/>
    </dgm:pt>
    <dgm:pt modelId="{617B6CDA-9351-44EF-9011-41758FE93851}" type="pres">
      <dgm:prSet presAssocID="{A8C03FBB-4A75-4460-AEA6-DEAEB9C61496}" presName="FlexibleEmptyPlaceHolder" presStyleCnt="0"/>
      <dgm:spPr/>
    </dgm:pt>
    <dgm:pt modelId="{A95DB80B-444A-4D69-B205-3A801BB8524A}" type="pres">
      <dgm:prSet presAssocID="{A8C03FBB-4A75-4460-AEA6-DEAEB9C61496}" presName="ConnectLine" presStyleLbl="sibTrans1D1" presStyleIdx="0" presStyleCnt="4"/>
      <dgm:spPr>
        <a:noFill/>
        <a:ln w="9525" cap="rnd" cmpd="sng" algn="ctr">
          <a:solidFill>
            <a:schemeClr val="accent4">
              <a:hueOff val="0"/>
              <a:satOff val="0"/>
              <a:lumOff val="0"/>
              <a:alphaOff val="0"/>
            </a:schemeClr>
          </a:solidFill>
          <a:prstDash val="dash"/>
        </a:ln>
        <a:effectLst/>
      </dgm:spPr>
    </dgm:pt>
    <dgm:pt modelId="{FA19A0AA-8B0B-4AA8-A80D-08CFFDD3F112}" type="pres">
      <dgm:prSet presAssocID="{A8C03FBB-4A75-4460-AEA6-DEAEB9C61496}" presName="ConnectorPoint" presStyleLbl="alignNode1" presStyleIdx="0" presStyleCnt="4"/>
      <dgm:spPr/>
    </dgm:pt>
    <dgm:pt modelId="{C298CC98-EF08-4D23-94A2-F58DEE6D7DE4}" type="pres">
      <dgm:prSet presAssocID="{A8C03FBB-4A75-4460-AEA6-DEAEB9C61496}" presName="EmptyPlaceHolder" presStyleCnt="0"/>
      <dgm:spPr/>
    </dgm:pt>
    <dgm:pt modelId="{F3D981F8-7433-4E93-99E6-2B447306B973}" type="pres">
      <dgm:prSet presAssocID="{67361508-930A-4A23-8CFC-BB56DA645C3C}" presName="spaceBetweenRectangles" presStyleCnt="0"/>
      <dgm:spPr/>
    </dgm:pt>
    <dgm:pt modelId="{7D29DFA7-018B-45C9-AC1C-5CFC82FEE150}" type="pres">
      <dgm:prSet presAssocID="{91969DED-4CB8-4A14-A50B-3F7B848E46B5}" presName="composite" presStyleCnt="0"/>
      <dgm:spPr/>
    </dgm:pt>
    <dgm:pt modelId="{60D0713D-AF69-4AF8-B071-F65622790886}" type="pres">
      <dgm:prSet presAssocID="{91969DED-4CB8-4A14-A50B-3F7B848E46B5}" presName="L1TextContainer" presStyleLbl="revTx" presStyleIdx="1" presStyleCnt="4">
        <dgm:presLayoutVars>
          <dgm:chMax val="1"/>
          <dgm:chPref val="1"/>
          <dgm:bulletEnabled val="1"/>
        </dgm:presLayoutVars>
      </dgm:prSet>
      <dgm:spPr/>
    </dgm:pt>
    <dgm:pt modelId="{5DAA1547-FEA7-4F69-96D3-0E3A07601B1E}" type="pres">
      <dgm:prSet presAssocID="{91969DED-4CB8-4A14-A50B-3F7B848E46B5}" presName="L2TextContainerWrapper" presStyleCnt="0">
        <dgm:presLayoutVars>
          <dgm:chMax val="0"/>
          <dgm:chPref val="0"/>
          <dgm:bulletEnabled val="1"/>
        </dgm:presLayoutVars>
      </dgm:prSet>
      <dgm:spPr/>
    </dgm:pt>
    <dgm:pt modelId="{DADAA0C9-3E42-4088-8622-30E9F6EA139A}" type="pres">
      <dgm:prSet presAssocID="{91969DED-4CB8-4A14-A50B-3F7B848E46B5}" presName="L2TextContainer" presStyleLbl="bgAcc1" presStyleIdx="1" presStyleCnt="4"/>
      <dgm:spPr/>
    </dgm:pt>
    <dgm:pt modelId="{D2E61EE0-F306-43AF-AFF9-74A14B9CF379}" type="pres">
      <dgm:prSet presAssocID="{91969DED-4CB8-4A14-A50B-3F7B848E46B5}" presName="FlexibleEmptyPlaceHolder" presStyleCnt="0"/>
      <dgm:spPr/>
    </dgm:pt>
    <dgm:pt modelId="{DBD74D6B-057A-432C-9067-BF618C19EB2A}" type="pres">
      <dgm:prSet presAssocID="{91969DED-4CB8-4A14-A50B-3F7B848E46B5}" presName="ConnectLine" presStyleLbl="sibTrans1D1" presStyleIdx="1" presStyleCnt="4"/>
      <dgm:spPr>
        <a:noFill/>
        <a:ln w="9525" cap="rnd" cmpd="sng" algn="ctr">
          <a:solidFill>
            <a:schemeClr val="accent4">
              <a:hueOff val="0"/>
              <a:satOff val="0"/>
              <a:lumOff val="0"/>
              <a:alphaOff val="0"/>
            </a:schemeClr>
          </a:solidFill>
          <a:prstDash val="dash"/>
        </a:ln>
        <a:effectLst/>
      </dgm:spPr>
    </dgm:pt>
    <dgm:pt modelId="{0F979253-FD39-4920-BFCA-78C564B167EA}" type="pres">
      <dgm:prSet presAssocID="{91969DED-4CB8-4A14-A50B-3F7B848E46B5}" presName="ConnectorPoint" presStyleLbl="alignNode1" presStyleIdx="1" presStyleCnt="4"/>
      <dgm:spPr/>
    </dgm:pt>
    <dgm:pt modelId="{C9B4B298-E04C-4317-856D-E345FE5EC64B}" type="pres">
      <dgm:prSet presAssocID="{91969DED-4CB8-4A14-A50B-3F7B848E46B5}" presName="EmptyPlaceHolder" presStyleCnt="0"/>
      <dgm:spPr/>
    </dgm:pt>
    <dgm:pt modelId="{9B636147-AF19-40E0-BE7D-3BE8148CC024}" type="pres">
      <dgm:prSet presAssocID="{81CA8AA2-C0C3-4381-BA8B-413EDD578B83}" presName="spaceBetweenRectangles" presStyleCnt="0"/>
      <dgm:spPr/>
    </dgm:pt>
    <dgm:pt modelId="{76CB18D4-86E2-467C-A2CF-3ED9EFE66BEA}" type="pres">
      <dgm:prSet presAssocID="{3CC73758-10C1-47F8-AFA7-1A986D4DDD60}" presName="composite" presStyleCnt="0"/>
      <dgm:spPr/>
    </dgm:pt>
    <dgm:pt modelId="{E712D073-0B15-4887-9DCE-A27BCACBC178}" type="pres">
      <dgm:prSet presAssocID="{3CC73758-10C1-47F8-AFA7-1A986D4DDD60}" presName="L1TextContainer" presStyleLbl="revTx" presStyleIdx="2" presStyleCnt="4">
        <dgm:presLayoutVars>
          <dgm:chMax val="1"/>
          <dgm:chPref val="1"/>
          <dgm:bulletEnabled val="1"/>
        </dgm:presLayoutVars>
      </dgm:prSet>
      <dgm:spPr/>
    </dgm:pt>
    <dgm:pt modelId="{4C57E835-21E8-44E9-8CE3-1E2D478ECB2B}" type="pres">
      <dgm:prSet presAssocID="{3CC73758-10C1-47F8-AFA7-1A986D4DDD60}" presName="L2TextContainerWrapper" presStyleCnt="0">
        <dgm:presLayoutVars>
          <dgm:chMax val="0"/>
          <dgm:chPref val="0"/>
          <dgm:bulletEnabled val="1"/>
        </dgm:presLayoutVars>
      </dgm:prSet>
      <dgm:spPr/>
    </dgm:pt>
    <dgm:pt modelId="{E0D48281-565D-47A3-9B6C-576231178549}" type="pres">
      <dgm:prSet presAssocID="{3CC73758-10C1-47F8-AFA7-1A986D4DDD60}" presName="L2TextContainer" presStyleLbl="bgAcc1" presStyleIdx="2" presStyleCnt="4"/>
      <dgm:spPr/>
    </dgm:pt>
    <dgm:pt modelId="{E0365E95-CAD6-4660-956D-E490447A5CB4}" type="pres">
      <dgm:prSet presAssocID="{3CC73758-10C1-47F8-AFA7-1A986D4DDD60}" presName="FlexibleEmptyPlaceHolder" presStyleCnt="0"/>
      <dgm:spPr/>
    </dgm:pt>
    <dgm:pt modelId="{DCAE8A46-752C-4E82-84CE-E790E1F2918E}" type="pres">
      <dgm:prSet presAssocID="{3CC73758-10C1-47F8-AFA7-1A986D4DDD60}" presName="ConnectLine" presStyleLbl="sibTrans1D1" presStyleIdx="2" presStyleCnt="4"/>
      <dgm:spPr>
        <a:noFill/>
        <a:ln w="9525" cap="rnd" cmpd="sng" algn="ctr">
          <a:solidFill>
            <a:schemeClr val="accent4">
              <a:hueOff val="0"/>
              <a:satOff val="0"/>
              <a:lumOff val="0"/>
              <a:alphaOff val="0"/>
            </a:schemeClr>
          </a:solidFill>
          <a:prstDash val="dash"/>
        </a:ln>
        <a:effectLst/>
      </dgm:spPr>
    </dgm:pt>
    <dgm:pt modelId="{B6459BF8-D2C3-4018-9C28-98667DC203F4}" type="pres">
      <dgm:prSet presAssocID="{3CC73758-10C1-47F8-AFA7-1A986D4DDD60}" presName="ConnectorPoint" presStyleLbl="alignNode1" presStyleIdx="2" presStyleCnt="4"/>
      <dgm:spPr/>
    </dgm:pt>
    <dgm:pt modelId="{EAB0CCC2-BFF9-432D-BA8E-7ECAF2D92AF2}" type="pres">
      <dgm:prSet presAssocID="{3CC73758-10C1-47F8-AFA7-1A986D4DDD60}" presName="EmptyPlaceHolder" presStyleCnt="0"/>
      <dgm:spPr/>
    </dgm:pt>
    <dgm:pt modelId="{07073103-04B7-4C74-9AC8-048764100B10}" type="pres">
      <dgm:prSet presAssocID="{D8170BBA-6035-4773-8431-FEDD687647FF}" presName="spaceBetweenRectangles" presStyleCnt="0"/>
      <dgm:spPr/>
    </dgm:pt>
    <dgm:pt modelId="{C68762A5-E9DF-484F-B385-6C7E07325E98}" type="pres">
      <dgm:prSet presAssocID="{D2FE027B-4161-41E1-B4D4-02AECB2E3FA0}" presName="composite" presStyleCnt="0"/>
      <dgm:spPr/>
    </dgm:pt>
    <dgm:pt modelId="{F782935D-BBBD-4420-826A-F71C517659B6}" type="pres">
      <dgm:prSet presAssocID="{D2FE027B-4161-41E1-B4D4-02AECB2E3FA0}" presName="L1TextContainer" presStyleLbl="revTx" presStyleIdx="3" presStyleCnt="4">
        <dgm:presLayoutVars>
          <dgm:chMax val="1"/>
          <dgm:chPref val="1"/>
          <dgm:bulletEnabled val="1"/>
        </dgm:presLayoutVars>
      </dgm:prSet>
      <dgm:spPr/>
    </dgm:pt>
    <dgm:pt modelId="{3C71E446-482E-4CAC-8D42-2D4AC020412B}" type="pres">
      <dgm:prSet presAssocID="{D2FE027B-4161-41E1-B4D4-02AECB2E3FA0}" presName="L2TextContainerWrapper" presStyleCnt="0">
        <dgm:presLayoutVars>
          <dgm:chMax val="0"/>
          <dgm:chPref val="0"/>
          <dgm:bulletEnabled val="1"/>
        </dgm:presLayoutVars>
      </dgm:prSet>
      <dgm:spPr/>
    </dgm:pt>
    <dgm:pt modelId="{6C3A59BD-6D45-4573-B098-8CB5207F194D}" type="pres">
      <dgm:prSet presAssocID="{D2FE027B-4161-41E1-B4D4-02AECB2E3FA0}" presName="L2TextContainer" presStyleLbl="bgAcc1" presStyleIdx="3" presStyleCnt="4"/>
      <dgm:spPr/>
    </dgm:pt>
    <dgm:pt modelId="{8EB042C8-D666-4667-A1E4-E0C87151B72F}" type="pres">
      <dgm:prSet presAssocID="{D2FE027B-4161-41E1-B4D4-02AECB2E3FA0}" presName="FlexibleEmptyPlaceHolder" presStyleCnt="0"/>
      <dgm:spPr/>
    </dgm:pt>
    <dgm:pt modelId="{086FB9B1-82B2-4197-8B33-6E7FF94F8D2E}" type="pres">
      <dgm:prSet presAssocID="{D2FE027B-4161-41E1-B4D4-02AECB2E3FA0}" presName="ConnectLine" presStyleLbl="sibTrans1D1" presStyleIdx="3" presStyleCnt="4"/>
      <dgm:spPr>
        <a:noFill/>
        <a:ln w="9525" cap="rnd" cmpd="sng" algn="ctr">
          <a:solidFill>
            <a:schemeClr val="accent4">
              <a:hueOff val="0"/>
              <a:satOff val="0"/>
              <a:lumOff val="0"/>
              <a:alphaOff val="0"/>
            </a:schemeClr>
          </a:solidFill>
          <a:prstDash val="dash"/>
        </a:ln>
        <a:effectLst/>
      </dgm:spPr>
    </dgm:pt>
    <dgm:pt modelId="{3F359E8B-7C7E-4FD9-B106-36CCBFC731D5}" type="pres">
      <dgm:prSet presAssocID="{D2FE027B-4161-41E1-B4D4-02AECB2E3FA0}" presName="ConnectorPoint" presStyleLbl="alignNode1" presStyleIdx="3" presStyleCnt="4"/>
      <dgm:spPr/>
    </dgm:pt>
    <dgm:pt modelId="{34434334-A935-4057-946F-93B826088F38}" type="pres">
      <dgm:prSet presAssocID="{D2FE027B-4161-41E1-B4D4-02AECB2E3FA0}" presName="EmptyPlaceHolder" presStyleCnt="0"/>
      <dgm:spPr/>
    </dgm:pt>
  </dgm:ptLst>
  <dgm:cxnLst>
    <dgm:cxn modelId="{CB32A309-9CA9-4554-941D-519A91A9E733}" srcId="{D2FE027B-4161-41E1-B4D4-02AECB2E3FA0}" destId="{2BE415B7-7185-4956-8487-237B40BC0EE5}" srcOrd="0" destOrd="0" parTransId="{A38E847E-0D1D-4F40-9A71-4D5999ADE08B}" sibTransId="{F0D1C61C-E3F2-49BA-A2D8-C04A81308E5D}"/>
    <dgm:cxn modelId="{64516513-C9B3-4B52-A434-6178ACAB3599}" type="presOf" srcId="{91969DED-4CB8-4A14-A50B-3F7B848E46B5}" destId="{60D0713D-AF69-4AF8-B071-F65622790886}" srcOrd="0" destOrd="0" presId="urn:microsoft.com/office/officeart/2016/7/layout/BasicTimeline"/>
    <dgm:cxn modelId="{3760A536-08D8-4D45-9A8D-A21E58E17F8A}" type="presOf" srcId="{D2FE027B-4161-41E1-B4D4-02AECB2E3FA0}" destId="{F782935D-BBBD-4420-826A-F71C517659B6}" srcOrd="0" destOrd="0" presId="urn:microsoft.com/office/officeart/2016/7/layout/BasicTimeline"/>
    <dgm:cxn modelId="{5EDA943F-300F-408A-A52E-3D5140FD5C22}" srcId="{3CC73758-10C1-47F8-AFA7-1A986D4DDD60}" destId="{FD9CA14A-483C-4869-B0C1-7C5FB7EEDBCC}" srcOrd="0" destOrd="0" parTransId="{8182A92F-45BA-4CD1-8E43-0B0810A50FEB}" sibTransId="{914BB93C-EA8A-4B5B-8F06-30DA7C7F4B7B}"/>
    <dgm:cxn modelId="{4A69F85D-5C15-48FD-893A-B3050E1BADEB}" srcId="{A66480AC-C0DE-4E5E-9ECD-9AE37E3FCB79}" destId="{3CC73758-10C1-47F8-AFA7-1A986D4DDD60}" srcOrd="2" destOrd="0" parTransId="{FF6AE4B6-4A2F-49EE-9316-9AF55E77838B}" sibTransId="{D8170BBA-6035-4773-8431-FEDD687647FF}"/>
    <dgm:cxn modelId="{D3D81948-D963-4D1E-AE16-9705EAF510FC}" srcId="{A66480AC-C0DE-4E5E-9ECD-9AE37E3FCB79}" destId="{A8C03FBB-4A75-4460-AEA6-DEAEB9C61496}" srcOrd="0" destOrd="0" parTransId="{4E972F7F-4B1B-47AA-A25B-1FFC561F1C76}" sibTransId="{67361508-930A-4A23-8CFC-BB56DA645C3C}"/>
    <dgm:cxn modelId="{41643976-DEF5-44B7-B9E7-888F3AEFC45F}" type="presOf" srcId="{3CC73758-10C1-47F8-AFA7-1A986D4DDD60}" destId="{E712D073-0B15-4887-9DCE-A27BCACBC178}" srcOrd="0" destOrd="0" presId="urn:microsoft.com/office/officeart/2016/7/layout/BasicTimeline"/>
    <dgm:cxn modelId="{2D36C892-88AC-490F-8E33-2C73C0E22FF5}" type="presOf" srcId="{2BE415B7-7185-4956-8487-237B40BC0EE5}" destId="{6C3A59BD-6D45-4573-B098-8CB5207F194D}" srcOrd="0" destOrd="0" presId="urn:microsoft.com/office/officeart/2016/7/layout/BasicTimeline"/>
    <dgm:cxn modelId="{E5C7B693-D4EE-4A4E-97D1-4621CA0D3E91}" type="presOf" srcId="{A8C03FBB-4A75-4460-AEA6-DEAEB9C61496}" destId="{FE5C7F33-9326-49FB-89A3-8A20163AD994}" srcOrd="0" destOrd="0" presId="urn:microsoft.com/office/officeart/2016/7/layout/BasicTimeline"/>
    <dgm:cxn modelId="{4F4F82A2-02F1-492B-96C1-46C070BEFCE3}" srcId="{A66480AC-C0DE-4E5E-9ECD-9AE37E3FCB79}" destId="{D2FE027B-4161-41E1-B4D4-02AECB2E3FA0}" srcOrd="3" destOrd="0" parTransId="{88680CFE-3CE0-4842-B3D3-716D3B671238}" sibTransId="{4D59E06B-629C-40B5-96D3-423B7A56C945}"/>
    <dgm:cxn modelId="{4CE397A6-DB48-4AAE-BCFB-3D992789379D}" type="presOf" srcId="{5E71F362-34DF-4EEC-92A3-0EFE450E05E4}" destId="{BA29120C-7C6B-4F62-9079-4AD528BC0744}" srcOrd="0" destOrd="0" presId="urn:microsoft.com/office/officeart/2016/7/layout/BasicTimeline"/>
    <dgm:cxn modelId="{B99CA6C9-28D1-4DDB-B8EC-AED73AD115CA}" srcId="{A8C03FBB-4A75-4460-AEA6-DEAEB9C61496}" destId="{5E71F362-34DF-4EEC-92A3-0EFE450E05E4}" srcOrd="0" destOrd="0" parTransId="{8E5EE4D1-908E-455C-B8B3-281AD42DEC9A}" sibTransId="{B208B24A-E9FD-40A9-B764-FB7C2B7ED8B9}"/>
    <dgm:cxn modelId="{537F2ED0-8BD0-4AD5-B60D-89B660EDA1AC}" srcId="{A66480AC-C0DE-4E5E-9ECD-9AE37E3FCB79}" destId="{91969DED-4CB8-4A14-A50B-3F7B848E46B5}" srcOrd="1" destOrd="0" parTransId="{441CD73D-85E1-42A6-BCF8-362A3247E2F3}" sibTransId="{81CA8AA2-C0C3-4381-BA8B-413EDD578B83}"/>
    <dgm:cxn modelId="{403E30EA-CA23-4A5A-9D22-DF82F93CFF08}" type="presOf" srcId="{A66480AC-C0DE-4E5E-9ECD-9AE37E3FCB79}" destId="{9FFA803F-EA25-49D8-A073-96E9747E345F}" srcOrd="0" destOrd="0" presId="urn:microsoft.com/office/officeart/2016/7/layout/BasicTimeline"/>
    <dgm:cxn modelId="{252B4FF4-6466-43C7-8436-08B55881B5BC}" type="presOf" srcId="{FD9CA14A-483C-4869-B0C1-7C5FB7EEDBCC}" destId="{E0D48281-565D-47A3-9B6C-576231178549}" srcOrd="0" destOrd="0" presId="urn:microsoft.com/office/officeart/2016/7/layout/BasicTimeline"/>
    <dgm:cxn modelId="{9488AFF6-9066-454E-B3C3-57C8BC68F549}" type="presOf" srcId="{8A04F340-E8E1-4146-9905-E7ADCAEAABD7}" destId="{DADAA0C9-3E42-4088-8622-30E9F6EA139A}" srcOrd="0" destOrd="0" presId="urn:microsoft.com/office/officeart/2016/7/layout/BasicTimeline"/>
    <dgm:cxn modelId="{E636BFFB-0404-4D4B-B3F0-C64FDFD9DDEF}" srcId="{91969DED-4CB8-4A14-A50B-3F7B848E46B5}" destId="{8A04F340-E8E1-4146-9905-E7ADCAEAABD7}" srcOrd="0" destOrd="0" parTransId="{4EBD5EC2-45ED-4ED6-8376-97D155A911AE}" sibTransId="{F9CD2A04-6A34-4104-A971-391788B88F55}"/>
    <dgm:cxn modelId="{9C5E351C-4F83-42C9-8766-363923817116}" type="presParOf" srcId="{9FFA803F-EA25-49D8-A073-96E9747E345F}" destId="{EE0E6265-BE99-48D1-8879-DB5A75D6D78E}" srcOrd="0" destOrd="0" presId="urn:microsoft.com/office/officeart/2016/7/layout/BasicTimeline"/>
    <dgm:cxn modelId="{F4A239D2-791C-4FA7-8885-B0E1A7FEAC48}" type="presParOf" srcId="{9FFA803F-EA25-49D8-A073-96E9747E345F}" destId="{BDA8F949-88B8-486D-9E41-ABA1463A8926}" srcOrd="1" destOrd="0" presId="urn:microsoft.com/office/officeart/2016/7/layout/BasicTimeline"/>
    <dgm:cxn modelId="{14D4DBE1-C56F-48BE-A66B-2B0E85E7B755}" type="presParOf" srcId="{BDA8F949-88B8-486D-9E41-ABA1463A8926}" destId="{A41AEE8D-8763-4311-BB07-B499A93D76EA}" srcOrd="0" destOrd="0" presId="urn:microsoft.com/office/officeart/2016/7/layout/BasicTimeline"/>
    <dgm:cxn modelId="{2868F0B4-2D8C-4E60-A800-D7753FFE1445}" type="presParOf" srcId="{A41AEE8D-8763-4311-BB07-B499A93D76EA}" destId="{FE5C7F33-9326-49FB-89A3-8A20163AD994}" srcOrd="0" destOrd="0" presId="urn:microsoft.com/office/officeart/2016/7/layout/BasicTimeline"/>
    <dgm:cxn modelId="{6F72394A-7E16-45AE-B5C9-6D1224450F0E}" type="presParOf" srcId="{A41AEE8D-8763-4311-BB07-B499A93D76EA}" destId="{C51067AB-548D-47E7-B9DD-C7A4C9600F8C}" srcOrd="1" destOrd="0" presId="urn:microsoft.com/office/officeart/2016/7/layout/BasicTimeline"/>
    <dgm:cxn modelId="{2BF023E2-BD82-4543-9797-FF9FAF55B2A5}" type="presParOf" srcId="{C51067AB-548D-47E7-B9DD-C7A4C9600F8C}" destId="{BA29120C-7C6B-4F62-9079-4AD528BC0744}" srcOrd="0" destOrd="0" presId="urn:microsoft.com/office/officeart/2016/7/layout/BasicTimeline"/>
    <dgm:cxn modelId="{2E1DF8FC-1E3D-407B-8B7F-074787FD4D73}" type="presParOf" srcId="{C51067AB-548D-47E7-B9DD-C7A4C9600F8C}" destId="{617B6CDA-9351-44EF-9011-41758FE93851}" srcOrd="1" destOrd="0" presId="urn:microsoft.com/office/officeart/2016/7/layout/BasicTimeline"/>
    <dgm:cxn modelId="{4C3C8707-33EB-4053-85D9-0C1CF04E32CD}" type="presParOf" srcId="{A41AEE8D-8763-4311-BB07-B499A93D76EA}" destId="{A95DB80B-444A-4D69-B205-3A801BB8524A}" srcOrd="2" destOrd="0" presId="urn:microsoft.com/office/officeart/2016/7/layout/BasicTimeline"/>
    <dgm:cxn modelId="{1FE3BD8D-0AF3-46A6-AB51-EDAEC9EB4D89}" type="presParOf" srcId="{A41AEE8D-8763-4311-BB07-B499A93D76EA}" destId="{FA19A0AA-8B0B-4AA8-A80D-08CFFDD3F112}" srcOrd="3" destOrd="0" presId="urn:microsoft.com/office/officeart/2016/7/layout/BasicTimeline"/>
    <dgm:cxn modelId="{B5FDF500-80BD-45C8-BBEB-575AA1DAADE7}" type="presParOf" srcId="{A41AEE8D-8763-4311-BB07-B499A93D76EA}" destId="{C298CC98-EF08-4D23-94A2-F58DEE6D7DE4}" srcOrd="4" destOrd="0" presId="urn:microsoft.com/office/officeart/2016/7/layout/BasicTimeline"/>
    <dgm:cxn modelId="{90EDA9D9-5363-433C-811E-5513B52588D1}" type="presParOf" srcId="{BDA8F949-88B8-486D-9E41-ABA1463A8926}" destId="{F3D981F8-7433-4E93-99E6-2B447306B973}" srcOrd="1" destOrd="0" presId="urn:microsoft.com/office/officeart/2016/7/layout/BasicTimeline"/>
    <dgm:cxn modelId="{7935889E-4736-4C7F-8622-A330C126F16B}" type="presParOf" srcId="{BDA8F949-88B8-486D-9E41-ABA1463A8926}" destId="{7D29DFA7-018B-45C9-AC1C-5CFC82FEE150}" srcOrd="2" destOrd="0" presId="urn:microsoft.com/office/officeart/2016/7/layout/BasicTimeline"/>
    <dgm:cxn modelId="{EB2658D4-3F40-4748-AE39-624B8E620A96}" type="presParOf" srcId="{7D29DFA7-018B-45C9-AC1C-5CFC82FEE150}" destId="{60D0713D-AF69-4AF8-B071-F65622790886}" srcOrd="0" destOrd="0" presId="urn:microsoft.com/office/officeart/2016/7/layout/BasicTimeline"/>
    <dgm:cxn modelId="{51E99B0B-8CC3-4BC2-8250-4C73AF5F12E8}" type="presParOf" srcId="{7D29DFA7-018B-45C9-AC1C-5CFC82FEE150}" destId="{5DAA1547-FEA7-4F69-96D3-0E3A07601B1E}" srcOrd="1" destOrd="0" presId="urn:microsoft.com/office/officeart/2016/7/layout/BasicTimeline"/>
    <dgm:cxn modelId="{9826AAC2-4AE6-4C22-826D-5672547E59BD}" type="presParOf" srcId="{5DAA1547-FEA7-4F69-96D3-0E3A07601B1E}" destId="{DADAA0C9-3E42-4088-8622-30E9F6EA139A}" srcOrd="0" destOrd="0" presId="urn:microsoft.com/office/officeart/2016/7/layout/BasicTimeline"/>
    <dgm:cxn modelId="{EC270DFB-5C5B-40C9-8196-FC46A9C21D19}" type="presParOf" srcId="{5DAA1547-FEA7-4F69-96D3-0E3A07601B1E}" destId="{D2E61EE0-F306-43AF-AFF9-74A14B9CF379}" srcOrd="1" destOrd="0" presId="urn:microsoft.com/office/officeart/2016/7/layout/BasicTimeline"/>
    <dgm:cxn modelId="{CB792D24-F02F-48C4-AC1D-366893851161}" type="presParOf" srcId="{7D29DFA7-018B-45C9-AC1C-5CFC82FEE150}" destId="{DBD74D6B-057A-432C-9067-BF618C19EB2A}" srcOrd="2" destOrd="0" presId="urn:microsoft.com/office/officeart/2016/7/layout/BasicTimeline"/>
    <dgm:cxn modelId="{0B13E8C1-0B1E-425B-8D83-92D34782753B}" type="presParOf" srcId="{7D29DFA7-018B-45C9-AC1C-5CFC82FEE150}" destId="{0F979253-FD39-4920-BFCA-78C564B167EA}" srcOrd="3" destOrd="0" presId="urn:microsoft.com/office/officeart/2016/7/layout/BasicTimeline"/>
    <dgm:cxn modelId="{6B60A5F4-2BAC-4F3F-A227-CB4F69F166D3}" type="presParOf" srcId="{7D29DFA7-018B-45C9-AC1C-5CFC82FEE150}" destId="{C9B4B298-E04C-4317-856D-E345FE5EC64B}" srcOrd="4" destOrd="0" presId="urn:microsoft.com/office/officeart/2016/7/layout/BasicTimeline"/>
    <dgm:cxn modelId="{F632D135-41E2-43A9-9B84-8A9C50BA663F}" type="presParOf" srcId="{BDA8F949-88B8-486D-9E41-ABA1463A8926}" destId="{9B636147-AF19-40E0-BE7D-3BE8148CC024}" srcOrd="3" destOrd="0" presId="urn:microsoft.com/office/officeart/2016/7/layout/BasicTimeline"/>
    <dgm:cxn modelId="{3411521A-E802-4A42-B7EC-D46E6B3B7C96}" type="presParOf" srcId="{BDA8F949-88B8-486D-9E41-ABA1463A8926}" destId="{76CB18D4-86E2-467C-A2CF-3ED9EFE66BEA}" srcOrd="4" destOrd="0" presId="urn:microsoft.com/office/officeart/2016/7/layout/BasicTimeline"/>
    <dgm:cxn modelId="{88CD890C-B8E8-4CDA-B032-3A9A3F32FD79}" type="presParOf" srcId="{76CB18D4-86E2-467C-A2CF-3ED9EFE66BEA}" destId="{E712D073-0B15-4887-9DCE-A27BCACBC178}" srcOrd="0" destOrd="0" presId="urn:microsoft.com/office/officeart/2016/7/layout/BasicTimeline"/>
    <dgm:cxn modelId="{AB1754FF-81F0-4ADB-A662-440DA0FBE430}" type="presParOf" srcId="{76CB18D4-86E2-467C-A2CF-3ED9EFE66BEA}" destId="{4C57E835-21E8-44E9-8CE3-1E2D478ECB2B}" srcOrd="1" destOrd="0" presId="urn:microsoft.com/office/officeart/2016/7/layout/BasicTimeline"/>
    <dgm:cxn modelId="{03EB58B1-E5D1-49BD-8FE7-FF1A8E5CDD51}" type="presParOf" srcId="{4C57E835-21E8-44E9-8CE3-1E2D478ECB2B}" destId="{E0D48281-565D-47A3-9B6C-576231178549}" srcOrd="0" destOrd="0" presId="urn:microsoft.com/office/officeart/2016/7/layout/BasicTimeline"/>
    <dgm:cxn modelId="{C7D8A92C-6CBF-4FA3-931B-5668E18C280C}" type="presParOf" srcId="{4C57E835-21E8-44E9-8CE3-1E2D478ECB2B}" destId="{E0365E95-CAD6-4660-956D-E490447A5CB4}" srcOrd="1" destOrd="0" presId="urn:microsoft.com/office/officeart/2016/7/layout/BasicTimeline"/>
    <dgm:cxn modelId="{57009207-8976-4EFD-876A-EF1C91AB599A}" type="presParOf" srcId="{76CB18D4-86E2-467C-A2CF-3ED9EFE66BEA}" destId="{DCAE8A46-752C-4E82-84CE-E790E1F2918E}" srcOrd="2" destOrd="0" presId="urn:microsoft.com/office/officeart/2016/7/layout/BasicTimeline"/>
    <dgm:cxn modelId="{A5FB4889-2275-4DD2-ADF0-583A5D1AE1ED}" type="presParOf" srcId="{76CB18D4-86E2-467C-A2CF-3ED9EFE66BEA}" destId="{B6459BF8-D2C3-4018-9C28-98667DC203F4}" srcOrd="3" destOrd="0" presId="urn:microsoft.com/office/officeart/2016/7/layout/BasicTimeline"/>
    <dgm:cxn modelId="{8B3418BE-680A-4C04-AD26-F21B02D832B0}" type="presParOf" srcId="{76CB18D4-86E2-467C-A2CF-3ED9EFE66BEA}" destId="{EAB0CCC2-BFF9-432D-BA8E-7ECAF2D92AF2}" srcOrd="4" destOrd="0" presId="urn:microsoft.com/office/officeart/2016/7/layout/BasicTimeline"/>
    <dgm:cxn modelId="{A9042F53-7838-4B89-A14A-DC86E7759451}" type="presParOf" srcId="{BDA8F949-88B8-486D-9E41-ABA1463A8926}" destId="{07073103-04B7-4C74-9AC8-048764100B10}" srcOrd="5" destOrd="0" presId="urn:microsoft.com/office/officeart/2016/7/layout/BasicTimeline"/>
    <dgm:cxn modelId="{5290B18C-985B-476F-80AB-B000D2E28F60}" type="presParOf" srcId="{BDA8F949-88B8-486D-9E41-ABA1463A8926}" destId="{C68762A5-E9DF-484F-B385-6C7E07325E98}" srcOrd="6" destOrd="0" presId="urn:microsoft.com/office/officeart/2016/7/layout/BasicTimeline"/>
    <dgm:cxn modelId="{819C616E-63F8-4599-9A66-512521E8E9F5}" type="presParOf" srcId="{C68762A5-E9DF-484F-B385-6C7E07325E98}" destId="{F782935D-BBBD-4420-826A-F71C517659B6}" srcOrd="0" destOrd="0" presId="urn:microsoft.com/office/officeart/2016/7/layout/BasicTimeline"/>
    <dgm:cxn modelId="{8C54E232-1B89-4DC9-8E05-4736E6F4C528}" type="presParOf" srcId="{C68762A5-E9DF-484F-B385-6C7E07325E98}" destId="{3C71E446-482E-4CAC-8D42-2D4AC020412B}" srcOrd="1" destOrd="0" presId="urn:microsoft.com/office/officeart/2016/7/layout/BasicTimeline"/>
    <dgm:cxn modelId="{BC353777-539A-4864-BB21-346D8C4360C1}" type="presParOf" srcId="{3C71E446-482E-4CAC-8D42-2D4AC020412B}" destId="{6C3A59BD-6D45-4573-B098-8CB5207F194D}" srcOrd="0" destOrd="0" presId="urn:microsoft.com/office/officeart/2016/7/layout/BasicTimeline"/>
    <dgm:cxn modelId="{53E54228-74E4-4F6A-AAD7-71EB44BEEB36}" type="presParOf" srcId="{3C71E446-482E-4CAC-8D42-2D4AC020412B}" destId="{8EB042C8-D666-4667-A1E4-E0C87151B72F}" srcOrd="1" destOrd="0" presId="urn:microsoft.com/office/officeart/2016/7/layout/BasicTimeline"/>
    <dgm:cxn modelId="{CD2E3F26-566B-4E8C-9927-C3B42B77551C}" type="presParOf" srcId="{C68762A5-E9DF-484F-B385-6C7E07325E98}" destId="{086FB9B1-82B2-4197-8B33-6E7FF94F8D2E}" srcOrd="2" destOrd="0" presId="urn:microsoft.com/office/officeart/2016/7/layout/BasicTimeline"/>
    <dgm:cxn modelId="{7571835A-7BAA-40A1-945B-B991B049CBA7}" type="presParOf" srcId="{C68762A5-E9DF-484F-B385-6C7E07325E98}" destId="{3F359E8B-7C7E-4FD9-B106-36CCBFC731D5}" srcOrd="3" destOrd="0" presId="urn:microsoft.com/office/officeart/2016/7/layout/BasicTimeline"/>
    <dgm:cxn modelId="{7083DB71-225A-4FBD-A8B2-9CBA2B2F1649}" type="presParOf" srcId="{C68762A5-E9DF-484F-B385-6C7E07325E98}" destId="{34434334-A935-4057-946F-93B826088F38}" srcOrd="4" destOrd="0" presId="urn:microsoft.com/office/officeart/2016/7/layout/BasicTimeline"/>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E0E6265-BE99-48D1-8879-DB5A75D6D78E}">
      <dsp:nvSpPr>
        <dsp:cNvPr id="0" name=""/>
        <dsp:cNvSpPr/>
      </dsp:nvSpPr>
      <dsp:spPr>
        <a:xfrm>
          <a:off x="0" y="2580481"/>
          <a:ext cx="5972175" cy="0"/>
        </a:xfrm>
        <a:prstGeom prst="line">
          <a:avLst/>
        </a:prstGeom>
        <a:solidFill>
          <a:schemeClr val="lt1">
            <a:alpha val="90000"/>
            <a:tint val="40000"/>
            <a:hueOff val="0"/>
            <a:satOff val="0"/>
            <a:lumOff val="0"/>
            <a:alphaOff val="0"/>
          </a:schemeClr>
        </a:solidFill>
        <a:ln w="15875" cap="rnd" cmpd="sng" algn="ctr">
          <a:solidFill>
            <a:schemeClr val="accent4">
              <a:alpha val="90000"/>
              <a:hueOff val="0"/>
              <a:satOff val="0"/>
              <a:lumOff val="0"/>
              <a:alphaOff val="0"/>
            </a:schemeClr>
          </a:solidFill>
          <a:prstDash val="solid"/>
          <a:tailEnd type="triangle" w="lg" len="lg"/>
        </a:ln>
        <a:effectLst/>
      </dsp:spPr>
      <dsp:style>
        <a:lnRef idx="2">
          <a:scrgbClr r="0" g="0" b="0"/>
        </a:lnRef>
        <a:fillRef idx="1">
          <a:scrgbClr r="0" g="0" b="0"/>
        </a:fillRef>
        <a:effectRef idx="0">
          <a:scrgbClr r="0" g="0" b="0"/>
        </a:effectRef>
        <a:fontRef idx="minor"/>
      </dsp:style>
    </dsp:sp>
    <dsp:sp modelId="{FE5C7F33-9326-49FB-89A3-8A20163AD994}">
      <dsp:nvSpPr>
        <dsp:cNvPr id="0" name=""/>
        <dsp:cNvSpPr/>
      </dsp:nvSpPr>
      <dsp:spPr>
        <a:xfrm>
          <a:off x="132478" y="2771437"/>
          <a:ext cx="1916928" cy="5831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800100">
            <a:lnSpc>
              <a:spcPct val="90000"/>
            </a:lnSpc>
            <a:spcBef>
              <a:spcPct val="0"/>
            </a:spcBef>
            <a:spcAft>
              <a:spcPct val="35000"/>
            </a:spcAft>
            <a:buNone/>
            <a:defRPr b="1"/>
          </a:pPr>
          <a:r>
            <a:rPr lang="en-US" sz="1800" kern="1200" dirty="0">
              <a:latin typeface="+mj-lt"/>
            </a:rPr>
            <a:t>Q3</a:t>
          </a:r>
        </a:p>
      </dsp:txBody>
      <dsp:txXfrm>
        <a:off x="132478" y="2771437"/>
        <a:ext cx="1916928" cy="583188"/>
      </dsp:txXfrm>
    </dsp:sp>
    <dsp:sp modelId="{BA29120C-7C6B-4F62-9079-4AD528BC0744}">
      <dsp:nvSpPr>
        <dsp:cNvPr id="0" name=""/>
        <dsp:cNvSpPr/>
      </dsp:nvSpPr>
      <dsp:spPr>
        <a:xfrm>
          <a:off x="1778" y="664957"/>
          <a:ext cx="2178327" cy="934940"/>
        </a:xfrm>
        <a:prstGeom prst="roundRect">
          <a:avLst/>
        </a:prstGeom>
        <a:solidFill>
          <a:schemeClr val="accent4">
            <a:alpha val="90000"/>
            <a:tint val="40000"/>
            <a:hueOff val="0"/>
            <a:satOff val="0"/>
            <a:lumOff val="0"/>
            <a:alphaOff val="0"/>
          </a:schemeClr>
        </a:solidFill>
        <a:ln w="15875" cap="rnd"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kern="1200" dirty="0">
              <a:latin typeface="+mj-lt"/>
            </a:rPr>
            <a:t>Market research</a:t>
          </a:r>
        </a:p>
      </dsp:txBody>
      <dsp:txXfrm>
        <a:off x="47418" y="710597"/>
        <a:ext cx="2087047" cy="843660"/>
      </dsp:txXfrm>
    </dsp:sp>
    <dsp:sp modelId="{A95DB80B-444A-4D69-B205-3A801BB8524A}">
      <dsp:nvSpPr>
        <dsp:cNvPr id="0" name=""/>
        <dsp:cNvSpPr/>
      </dsp:nvSpPr>
      <dsp:spPr>
        <a:xfrm>
          <a:off x="1090942" y="1599898"/>
          <a:ext cx="0" cy="980582"/>
        </a:xfrm>
        <a:prstGeom prst="line">
          <a:avLst/>
        </a:prstGeom>
        <a:noFill/>
        <a:ln w="9525" cap="rnd" cmpd="sng" algn="ctr">
          <a:solidFill>
            <a:schemeClr val="accent4">
              <a:hueOff val="0"/>
              <a:satOff val="0"/>
              <a:lumOff val="0"/>
              <a:alphaOff val="0"/>
            </a:schemeClr>
          </a:solidFill>
          <a:prstDash val="dash"/>
        </a:ln>
        <a:effectLst/>
      </dsp:spPr>
      <dsp:style>
        <a:lnRef idx="1">
          <a:scrgbClr r="0" g="0" b="0"/>
        </a:lnRef>
        <a:fillRef idx="0">
          <a:scrgbClr r="0" g="0" b="0"/>
        </a:fillRef>
        <a:effectRef idx="0">
          <a:scrgbClr r="0" g="0" b="0"/>
        </a:effectRef>
        <a:fontRef idx="minor"/>
      </dsp:style>
    </dsp:sp>
    <dsp:sp modelId="{60D0713D-AF69-4AF8-B071-F65622790886}">
      <dsp:nvSpPr>
        <dsp:cNvPr id="0" name=""/>
        <dsp:cNvSpPr/>
      </dsp:nvSpPr>
      <dsp:spPr>
        <a:xfrm>
          <a:off x="1395908" y="1806337"/>
          <a:ext cx="1916928" cy="5831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800100">
            <a:lnSpc>
              <a:spcPct val="90000"/>
            </a:lnSpc>
            <a:spcBef>
              <a:spcPct val="0"/>
            </a:spcBef>
            <a:spcAft>
              <a:spcPct val="35000"/>
            </a:spcAft>
            <a:buNone/>
            <a:defRPr b="1"/>
          </a:pPr>
          <a:r>
            <a:rPr lang="en-US" sz="1800" kern="1200" dirty="0">
              <a:latin typeface="+mj-lt"/>
            </a:rPr>
            <a:t>Q4</a:t>
          </a:r>
        </a:p>
      </dsp:txBody>
      <dsp:txXfrm>
        <a:off x="1395908" y="1806337"/>
        <a:ext cx="1916928" cy="583188"/>
      </dsp:txXfrm>
    </dsp:sp>
    <dsp:sp modelId="{FA19A0AA-8B0B-4AA8-A80D-08CFFDD3F112}">
      <dsp:nvSpPr>
        <dsp:cNvPr id="0" name=""/>
        <dsp:cNvSpPr/>
      </dsp:nvSpPr>
      <dsp:spPr>
        <a:xfrm>
          <a:off x="1052235" y="2541774"/>
          <a:ext cx="77414" cy="77414"/>
        </a:xfrm>
        <a:prstGeom prst="ellipse">
          <a:avLst/>
        </a:prstGeom>
        <a:solidFill>
          <a:schemeClr val="lt1">
            <a:hueOff val="0"/>
            <a:satOff val="0"/>
            <a:lumOff val="0"/>
            <a:alphaOff val="0"/>
          </a:schemeClr>
        </a:solidFill>
        <a:ln w="15875" cap="rnd" cmpd="sng" algn="ctr">
          <a:solidFill>
            <a:schemeClr val="accent4">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ADAA0C9-3E42-4088-8622-30E9F6EA139A}">
      <dsp:nvSpPr>
        <dsp:cNvPr id="0" name=""/>
        <dsp:cNvSpPr/>
      </dsp:nvSpPr>
      <dsp:spPr>
        <a:xfrm>
          <a:off x="1265208" y="3561064"/>
          <a:ext cx="2178327" cy="934940"/>
        </a:xfrm>
        <a:prstGeom prst="roundRect">
          <a:avLst/>
        </a:prstGeom>
        <a:solidFill>
          <a:schemeClr val="accent4">
            <a:alpha val="90000"/>
            <a:tint val="40000"/>
            <a:hueOff val="0"/>
            <a:satOff val="0"/>
            <a:lumOff val="0"/>
            <a:alphaOff val="0"/>
          </a:schemeClr>
        </a:solidFill>
        <a:ln w="15875" cap="rnd"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kern="1200" dirty="0">
              <a:latin typeface="+mj-lt"/>
            </a:rPr>
            <a:t>Product development</a:t>
          </a:r>
        </a:p>
      </dsp:txBody>
      <dsp:txXfrm>
        <a:off x="1310848" y="3606704"/>
        <a:ext cx="2087047" cy="843660"/>
      </dsp:txXfrm>
    </dsp:sp>
    <dsp:sp modelId="{DBD74D6B-057A-432C-9067-BF618C19EB2A}">
      <dsp:nvSpPr>
        <dsp:cNvPr id="0" name=""/>
        <dsp:cNvSpPr/>
      </dsp:nvSpPr>
      <dsp:spPr>
        <a:xfrm>
          <a:off x="2354372" y="2580481"/>
          <a:ext cx="0" cy="980582"/>
        </a:xfrm>
        <a:prstGeom prst="line">
          <a:avLst/>
        </a:prstGeom>
        <a:noFill/>
        <a:ln w="9525" cap="rnd" cmpd="sng" algn="ctr">
          <a:solidFill>
            <a:schemeClr val="accent4">
              <a:hueOff val="0"/>
              <a:satOff val="0"/>
              <a:lumOff val="0"/>
              <a:alphaOff val="0"/>
            </a:schemeClr>
          </a:solidFill>
          <a:prstDash val="dash"/>
        </a:ln>
        <a:effectLst/>
      </dsp:spPr>
      <dsp:style>
        <a:lnRef idx="1">
          <a:scrgbClr r="0" g="0" b="0"/>
        </a:lnRef>
        <a:fillRef idx="0">
          <a:scrgbClr r="0" g="0" b="0"/>
        </a:fillRef>
        <a:effectRef idx="0">
          <a:scrgbClr r="0" g="0" b="0"/>
        </a:effectRef>
        <a:fontRef idx="minor"/>
      </dsp:style>
    </dsp:sp>
    <dsp:sp modelId="{E712D073-0B15-4887-9DCE-A27BCACBC178}">
      <dsp:nvSpPr>
        <dsp:cNvPr id="0" name=""/>
        <dsp:cNvSpPr/>
      </dsp:nvSpPr>
      <dsp:spPr>
        <a:xfrm>
          <a:off x="2659338" y="2771437"/>
          <a:ext cx="1916928" cy="5831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800100">
            <a:lnSpc>
              <a:spcPct val="90000"/>
            </a:lnSpc>
            <a:spcBef>
              <a:spcPct val="0"/>
            </a:spcBef>
            <a:spcAft>
              <a:spcPct val="35000"/>
            </a:spcAft>
            <a:buNone/>
            <a:defRPr b="1"/>
          </a:pPr>
          <a:r>
            <a:rPr lang="en-US" sz="1800" kern="1200" dirty="0">
              <a:latin typeface="+mj-lt"/>
            </a:rPr>
            <a:t>Q1</a:t>
          </a:r>
        </a:p>
      </dsp:txBody>
      <dsp:txXfrm>
        <a:off x="2659338" y="2771437"/>
        <a:ext cx="1916928" cy="583188"/>
      </dsp:txXfrm>
    </dsp:sp>
    <dsp:sp modelId="{0F979253-FD39-4920-BFCA-78C564B167EA}">
      <dsp:nvSpPr>
        <dsp:cNvPr id="0" name=""/>
        <dsp:cNvSpPr/>
      </dsp:nvSpPr>
      <dsp:spPr>
        <a:xfrm>
          <a:off x="2315665" y="2541774"/>
          <a:ext cx="77414" cy="77414"/>
        </a:xfrm>
        <a:prstGeom prst="ellipse">
          <a:avLst/>
        </a:prstGeom>
        <a:solidFill>
          <a:schemeClr val="lt1">
            <a:hueOff val="0"/>
            <a:satOff val="0"/>
            <a:lumOff val="0"/>
            <a:alphaOff val="0"/>
          </a:schemeClr>
        </a:solidFill>
        <a:ln w="15875" cap="rnd" cmpd="sng" algn="ctr">
          <a:solidFill>
            <a:schemeClr val="accent4">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0D48281-565D-47A3-9B6C-576231178549}">
      <dsp:nvSpPr>
        <dsp:cNvPr id="0" name=""/>
        <dsp:cNvSpPr/>
      </dsp:nvSpPr>
      <dsp:spPr>
        <a:xfrm>
          <a:off x="2528638" y="719954"/>
          <a:ext cx="2178327" cy="879944"/>
        </a:xfrm>
        <a:prstGeom prst="roundRect">
          <a:avLst/>
        </a:prstGeom>
        <a:solidFill>
          <a:schemeClr val="accent4">
            <a:alpha val="90000"/>
            <a:tint val="40000"/>
            <a:hueOff val="0"/>
            <a:satOff val="0"/>
            <a:lumOff val="0"/>
            <a:alphaOff val="0"/>
          </a:schemeClr>
        </a:solidFill>
        <a:ln w="15875" cap="rnd"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kern="1200" dirty="0">
              <a:latin typeface="+mj-lt"/>
            </a:rPr>
            <a:t> User testing</a:t>
          </a:r>
        </a:p>
      </dsp:txBody>
      <dsp:txXfrm>
        <a:off x="2571593" y="762909"/>
        <a:ext cx="2092417" cy="794034"/>
      </dsp:txXfrm>
    </dsp:sp>
    <dsp:sp modelId="{DCAE8A46-752C-4E82-84CE-E790E1F2918E}">
      <dsp:nvSpPr>
        <dsp:cNvPr id="0" name=""/>
        <dsp:cNvSpPr/>
      </dsp:nvSpPr>
      <dsp:spPr>
        <a:xfrm>
          <a:off x="3617802" y="1599898"/>
          <a:ext cx="0" cy="980582"/>
        </a:xfrm>
        <a:prstGeom prst="line">
          <a:avLst/>
        </a:prstGeom>
        <a:noFill/>
        <a:ln w="9525" cap="rnd" cmpd="sng" algn="ctr">
          <a:solidFill>
            <a:schemeClr val="accent4">
              <a:hueOff val="0"/>
              <a:satOff val="0"/>
              <a:lumOff val="0"/>
              <a:alphaOff val="0"/>
            </a:schemeClr>
          </a:solidFill>
          <a:prstDash val="dash"/>
        </a:ln>
        <a:effectLst/>
      </dsp:spPr>
      <dsp:style>
        <a:lnRef idx="1">
          <a:scrgbClr r="0" g="0" b="0"/>
        </a:lnRef>
        <a:fillRef idx="0">
          <a:scrgbClr r="0" g="0" b="0"/>
        </a:fillRef>
        <a:effectRef idx="0">
          <a:scrgbClr r="0" g="0" b="0"/>
        </a:effectRef>
        <a:fontRef idx="minor"/>
      </dsp:style>
    </dsp:sp>
    <dsp:sp modelId="{F782935D-BBBD-4420-826A-F71C517659B6}">
      <dsp:nvSpPr>
        <dsp:cNvPr id="0" name=""/>
        <dsp:cNvSpPr/>
      </dsp:nvSpPr>
      <dsp:spPr>
        <a:xfrm>
          <a:off x="3922768" y="1806337"/>
          <a:ext cx="1916928" cy="5831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800100">
            <a:lnSpc>
              <a:spcPct val="90000"/>
            </a:lnSpc>
            <a:spcBef>
              <a:spcPct val="0"/>
            </a:spcBef>
            <a:spcAft>
              <a:spcPct val="35000"/>
            </a:spcAft>
            <a:buNone/>
            <a:defRPr b="1"/>
          </a:pPr>
          <a:r>
            <a:rPr lang="en-US" sz="1800" kern="1200" dirty="0">
              <a:latin typeface="+mj-lt"/>
            </a:rPr>
            <a:t>Q2</a:t>
          </a:r>
        </a:p>
      </dsp:txBody>
      <dsp:txXfrm>
        <a:off x="3922768" y="1806337"/>
        <a:ext cx="1916928" cy="583188"/>
      </dsp:txXfrm>
    </dsp:sp>
    <dsp:sp modelId="{B6459BF8-D2C3-4018-9C28-98667DC203F4}">
      <dsp:nvSpPr>
        <dsp:cNvPr id="0" name=""/>
        <dsp:cNvSpPr/>
      </dsp:nvSpPr>
      <dsp:spPr>
        <a:xfrm>
          <a:off x="3579095" y="2541774"/>
          <a:ext cx="77414" cy="77414"/>
        </a:xfrm>
        <a:prstGeom prst="ellipse">
          <a:avLst/>
        </a:prstGeom>
        <a:solidFill>
          <a:schemeClr val="lt1">
            <a:hueOff val="0"/>
            <a:satOff val="0"/>
            <a:lumOff val="0"/>
            <a:alphaOff val="0"/>
          </a:schemeClr>
        </a:solidFill>
        <a:ln w="15875" cap="rnd" cmpd="sng" algn="ctr">
          <a:solidFill>
            <a:schemeClr val="accent4">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C3A59BD-6D45-4573-B098-8CB5207F194D}">
      <dsp:nvSpPr>
        <dsp:cNvPr id="0" name=""/>
        <dsp:cNvSpPr/>
      </dsp:nvSpPr>
      <dsp:spPr>
        <a:xfrm>
          <a:off x="3792068" y="3561064"/>
          <a:ext cx="2178327" cy="879944"/>
        </a:xfrm>
        <a:prstGeom prst="roundRect">
          <a:avLst/>
        </a:prstGeom>
        <a:solidFill>
          <a:schemeClr val="accent4">
            <a:alpha val="90000"/>
            <a:tint val="40000"/>
            <a:hueOff val="0"/>
            <a:satOff val="0"/>
            <a:lumOff val="0"/>
            <a:alphaOff val="0"/>
          </a:schemeClr>
        </a:solidFill>
        <a:ln w="15875" cap="rnd"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ctr" defTabSz="800100">
            <a:lnSpc>
              <a:spcPct val="90000"/>
            </a:lnSpc>
            <a:spcBef>
              <a:spcPct val="0"/>
            </a:spcBef>
            <a:spcAft>
              <a:spcPct val="35000"/>
            </a:spcAft>
            <a:buNone/>
          </a:pPr>
          <a:r>
            <a:rPr lang="en-US" sz="1800" kern="1200" dirty="0">
              <a:latin typeface="+mj-lt"/>
            </a:rPr>
            <a:t>Product launch</a:t>
          </a:r>
        </a:p>
      </dsp:txBody>
      <dsp:txXfrm>
        <a:off x="3835023" y="3604019"/>
        <a:ext cx="2092417" cy="794034"/>
      </dsp:txXfrm>
    </dsp:sp>
    <dsp:sp modelId="{086FB9B1-82B2-4197-8B33-6E7FF94F8D2E}">
      <dsp:nvSpPr>
        <dsp:cNvPr id="0" name=""/>
        <dsp:cNvSpPr/>
      </dsp:nvSpPr>
      <dsp:spPr>
        <a:xfrm>
          <a:off x="4881232" y="2580481"/>
          <a:ext cx="0" cy="980582"/>
        </a:xfrm>
        <a:prstGeom prst="line">
          <a:avLst/>
        </a:prstGeom>
        <a:noFill/>
        <a:ln w="9525" cap="rnd" cmpd="sng" algn="ctr">
          <a:solidFill>
            <a:schemeClr val="accent4">
              <a:hueOff val="0"/>
              <a:satOff val="0"/>
              <a:lumOff val="0"/>
              <a:alphaOff val="0"/>
            </a:schemeClr>
          </a:solidFill>
          <a:prstDash val="dash"/>
        </a:ln>
        <a:effectLst/>
      </dsp:spPr>
      <dsp:style>
        <a:lnRef idx="1">
          <a:scrgbClr r="0" g="0" b="0"/>
        </a:lnRef>
        <a:fillRef idx="0">
          <a:scrgbClr r="0" g="0" b="0"/>
        </a:fillRef>
        <a:effectRef idx="0">
          <a:scrgbClr r="0" g="0" b="0"/>
        </a:effectRef>
        <a:fontRef idx="minor"/>
      </dsp:style>
    </dsp:sp>
    <dsp:sp modelId="{3F359E8B-7C7E-4FD9-B106-36CCBFC731D5}">
      <dsp:nvSpPr>
        <dsp:cNvPr id="0" name=""/>
        <dsp:cNvSpPr/>
      </dsp:nvSpPr>
      <dsp:spPr>
        <a:xfrm>
          <a:off x="4842525" y="2541774"/>
          <a:ext cx="77414" cy="77414"/>
        </a:xfrm>
        <a:prstGeom prst="ellipse">
          <a:avLst/>
        </a:prstGeom>
        <a:solidFill>
          <a:schemeClr val="lt1">
            <a:hueOff val="0"/>
            <a:satOff val="0"/>
            <a:lumOff val="0"/>
            <a:alphaOff val="0"/>
          </a:schemeClr>
        </a:solidFill>
        <a:ln w="15875" cap="rnd" cmpd="sng" algn="ctr">
          <a:solidFill>
            <a:schemeClr val="accent4">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16/7/layout/BasicTimeline">
  <dgm:title val="Basic Timeline"/>
  <dgm:desc val="Use to show a list of events in chronological order. The rounded rectangular shape contains the description while the date is shown below on the time line. It's the perfect SmartArt for displaying large amount of text with a medium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chMax/>
      <dgm:chPref/>
      <dgm:animLvl val="lvl"/>
    </dgm:varLst>
    <dgm:alg type="composite"/>
    <dgm:shape xmlns:r="http://schemas.openxmlformats.org/officeDocument/2006/relationships" r:blip="">
      <dgm:adjLst/>
    </dgm:shape>
    <dgm:constrLst>
      <dgm:constr type="w" for="ch" forName="divider" refType="w"/>
      <dgm:constr type="h" for="ch" forName="divider"/>
      <dgm:constr type="ctrY" for="ch" forName="divider" refType="h" fact="0.5"/>
      <dgm:constr type="l" for="ch" forName="divider"/>
      <dgm:constr type="w" for="ch" forName="nodes" refType="w"/>
      <dgm:constr type="h" for="ch" forName="nodes" refType="h"/>
    </dgm:constrLst>
    <dgm:layoutNode name="divider" styleLbl="fgAccFollowNode1">
      <dgm:alg type="sp"/>
      <dgm:choose name="ArrowShape">
        <dgm:if name="ArrowShapeLTR" func="var" arg="dir" op="equ" val="norm">
          <dgm:shape xmlns:r="http://schemas.openxmlformats.org/officeDocument/2006/relationships" type="line" r:blip="" zOrderOff="-1">
            <dgm:adjLst/>
            <dgm:extLst>
              <a:ext uri="{B698B0E9-8C71-41B9-8309-B3DCBF30829C}">
                <dgm1612:spPr xmlns:dgm1612="http://schemas.microsoft.com/office/drawing/2016/12/diagram">
                  <a:ln>
                    <a:tailEnd type="triangle" w="lg" len="lg"/>
                  </a:ln>
                </dgm1612:spPr>
              </a:ext>
            </dgm:extLst>
          </dgm:shape>
        </dgm:if>
        <dgm:else name="ArrowShapeRTL">
          <dgm:shape xmlns:r="http://schemas.openxmlformats.org/officeDocument/2006/relationships" type="line" r:blip="" zOrderOff="-1">
            <dgm:adjLst/>
            <dgm:extLst>
              <a:ext uri="{B698B0E9-8C71-41B9-8309-B3DCBF30829C}">
                <dgm1612:spPr xmlns:dgm1612="http://schemas.microsoft.com/office/drawing/2016/12/diagram">
                  <a:ln>
                    <a:headEnd type="triangle" w="lg" len="lg"/>
                  </a:ln>
                </dgm1612:spPr>
              </a:ext>
            </dgm:extLst>
          </dgm:shape>
        </dgm:else>
      </dgm:choose>
      <dgm:presOf/>
      <dgm:constrLst/>
      <dgm:ruleLst/>
    </dgm:layoutNode>
    <dgm:layoutNode name="nodes">
      <dgm:varLst>
        <dgm:chMax/>
        <dgm:chPref/>
        <dgm:animLvl val="lvl"/>
      </dgm:varLst>
      <dgm:choose name="Name1">
        <dgm:if name="Name2" func="var" arg="dir" op="equ" val="norm">
          <dgm:alg type="lin"/>
        </dgm:if>
        <dgm:else name="Name3">
          <dgm:alg type="lin">
            <dgm:param type="linDir" val="fromR"/>
          </dgm:alg>
        </dgm:else>
      </dgm:choose>
      <dgm:presOf/>
      <dgm:shape xmlns:r="http://schemas.openxmlformats.org/officeDocument/2006/relationships" r:blip="">
        <dgm:adjLst/>
      </dgm:shape>
      <dgm:choose name="constrBasedOnChildrenCount">
        <dgm:if name="constrForTwoChildren" axis="ch" ptType="node" func="cnt" op="lte" val="2">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16"/>
            <dgm:constr type="w" for="ch" ptType="sibTrans" op="equ"/>
            <dgm:constr type="primFontSz" for="des" forName="L1TextContainer" op="equ"/>
            <dgm:constr type="primFontSz" for="des" forName="L2TextContainer" op="equ"/>
          </dgm:constrLst>
        </dgm:if>
        <dgm:else name="constrForRest">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42"/>
            <dgm:constr type="w" for="ch" ptType="sibTrans" op="equ"/>
            <dgm:constr type="primFontSz" for="des" forName="L1TextContainer" op="equ"/>
            <dgm:constr type="primFontSz" for="des" forName="L2TextContainer" op="equ"/>
          </dgm:constrLst>
        </dgm:else>
      </dgm:choose>
      <dgm:forEach name="nodesForEach" axis="ch" ptType="node">
        <dgm:layoutNode name="composite">
          <dgm:alg type="composite"/>
          <dgm:shape xmlns:r="http://schemas.openxmlformats.org/officeDocument/2006/relationships" r:blip="">
            <dgm:adjLst/>
          </dgm:shape>
          <dgm:choose name="CaseForPlacingNodesAboveAndBelowDivider">
            <dgm:if name="CaseForPlacingNodeAboveDivider" axis="self" ptType="node" func="posOdd" op="equ" val="1">
              <dgm:constrLst>
                <dgm:constr type="w" for="ch" forName="L1TextContainer" refType="w" fact="0.88"/>
                <dgm:constr type="l" for="ch" forName="L1TextContainer" refType="w" fact="0.06"/>
                <dgm:constr type="t" for="ch" forName="L1TextContainer" refType="h" fact="0.537"/>
                <dgm:constr type="h" for="ch" forName="L1TextContainer" refType="h" fact="0.113"/>
                <dgm:constr type="w" for="ch" forName="L2TextContainerWrapper" refType="w"/>
                <dgm:constr type="h" for="ch" forName="L2TextContainerWrapper" refType="h" fact="0.31"/>
                <dgm:constr type="b" for="ch" forName="L2TextContainerWrapper" refType="h" fact="0.31"/>
                <dgm:constr type="w" for="ch" forName="ConnectLine"/>
                <dgm:constr type="l" for="ch" forName="ConnectLine" refType="w" fact="0.5"/>
                <dgm:constr type="h" for="ch" forName="ConnectLine" refType="h" fact="0.19"/>
                <dgm:constr type="t" for="ch" forName="ConnectLine" refType="h" fact="0.31"/>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t" for="ch" forName="EmptyPlaceHolder" refType="h" fact="0.65"/>
                <dgm:constr type="h" for="ch" forName="EmptyPlaceHolder" refType="h" fact="0.35"/>
              </dgm:constrLst>
            </dgm:if>
            <dgm:else name="CaseForPlacingNodeBelowDivider">
              <dgm:constrLst>
                <dgm:constr type="w" for="ch" forName="L1TextContainer" refType="w" fact="0.88"/>
                <dgm:constr type="l" for="ch" forName="L1TextContainer" refType="w" fact="0.06"/>
                <dgm:constr type="t" for="ch" forName="L1TextContainer" refType="h" fact="0.35"/>
                <dgm:constr type="h" for="ch" forName="L1TextContainer" refType="h" fact="0.113"/>
                <dgm:constr type="w" for="ch" forName="L2TextContainerWrapper" refType="w"/>
                <dgm:constr type="h" for="ch" forName="L2TextContainerWrapper" refType="h" fact="0.31"/>
                <dgm:constr type="t" for="ch" forName="L2TextContainerWrapper" refType="h" fact="0.69"/>
                <dgm:constr type="w" for="ch" forName="ConnectLine"/>
                <dgm:constr type="l" for="ch" forName="ConnectLine" refType="w" fact="0.5"/>
                <dgm:constr type="h" for="ch" forName="ConnectLine" refType="h" fact="0.19"/>
                <dgm:constr type="t" for="ch" forName="ConnectLine" refType="h" fact="0.5"/>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h" for="ch" forName="EmptyPlaceHolder" refType="h" fact="0.35"/>
                <dgm:constr type="t" for="ch" forName="EmptyPlaceHolder" refType="h" fact="0"/>
              </dgm:constrLst>
            </dgm:else>
          </dgm:choose>
          <dgm:layoutNode name="L1TextContainer" styleLbl="revTx">
            <dgm:varLst>
              <dgm:chMax val="1"/>
              <dgm:chPref val="1"/>
              <dgm:bulletEnabled val="1"/>
            </dgm:varLst>
            <dgm:choose name="casesForTxtDirLogic">
              <dgm:if name="Name78" axis="self" ptType="node" func="posOdd" op="equ" val="1">
                <dgm:alg type="tx">
                  <dgm:param type="txAnchorHorz" val="ctr"/>
                  <dgm:param type="txAnchorVert" val="t"/>
                  <dgm:param type="parTxLTRAlign" val="ctr"/>
                  <dgm:param type="parTxRTLAlign" val="ctr"/>
                </dgm:alg>
              </dgm:if>
              <dgm:else name="Name89">
                <dgm:alg type="tx">
                  <dgm:param type="txAnchorHorz" val="ctr"/>
                  <dgm:param type="txAnchorVert" val="b"/>
                  <dgm:param type="parTxLTRAlign" val="ctr"/>
                  <dgm:param type="parTxRTLAlign" val="ctr"/>
                </dgm:alg>
              </dgm:else>
            </dgm:choose>
            <dgm:shape xmlns:r="http://schemas.openxmlformats.org/officeDocument/2006/relationships" type="rect" r:blip="">
              <dgm:adjLst/>
            </dgm:shape>
            <dgm:presOf axis="self"/>
            <dgm:constrLst>
              <dgm:constr type="lMarg"/>
              <dgm:constr type="rMarg"/>
              <dgm:constr type="tMarg"/>
              <dgm:constr type="bMarg"/>
            </dgm:constrLst>
            <dgm:ruleLst>
              <dgm:rule type="primFontSz" val="14" fact="NaN" max="NaN"/>
            </dgm:ruleLst>
          </dgm:layoutNode>
          <dgm:layoutNode name="L2TextContainerWrapper">
            <dgm:varLst>
              <dgm:chMax val="0"/>
              <dgm:chPref val="0"/>
              <dgm:bulletEnabled val="1"/>
            </dgm:varLst>
            <dgm:alg type="composite"/>
            <dgm:choose name="L2TextContainerConstr">
              <dgm:if name="CaseForPlacingL2TextContaineAboveDivider" axis="self" ptType="node" func="posOdd" op="equ" val="1">
                <dgm:constrLst>
                  <dgm:constr type="h" for="ch" forName="L2TextContainer" refType="h" fact="0.55"/>
                  <dgm:constr type="b" for="ch" forName="L2TextContainer" refType="h"/>
                  <dgm:constr type="h" for="ch" forName="FlexibleEmptyPlaceHolder" refType="h" fact="0.45"/>
                </dgm:constrLst>
              </dgm:if>
              <dgm:else name="CaseForPlacingL2TextContaineBelowDivider">
                <dgm:constrLst>
                  <dgm:constr type="h" for="ch" forName="L2TextContainer" refType="h" fact="0.55"/>
                  <dgm:constr type="h" for="ch" forName="FlexibleEmptyPlaceHolder" refType="h" fact="0.45"/>
                  <dgm:constr type="b" for="ch" forName="FlexibleEmptyPlaceHolder" refType="h"/>
                </dgm:constrLst>
              </dgm:else>
            </dgm:choose>
            <dgm:layoutNode name="L2TextContainer" styleLbl="bgAcc1">
              <dgm:choose name="L2TextContainerAlgo">
                <dgm:if name="L2TextContainerAlgoLTR" func="var" arg="dir" op="equ" val="norm">
                  <dgm:alg type="tx">
                    <dgm:param type="txAnchorVert" val="mid"/>
                    <dgm:param type="parTxRTLAlign" val="l"/>
                    <dgm:param type="parTxLTRAlign" val="l"/>
                    <dgm:param type="txAnchorVertCh" val="mid"/>
                    <dgm:param type="shpTxRTLAlignCh" val="l"/>
                    <dgm:param type="shpTxLTRAlignCh" val="l"/>
                  </dgm:alg>
                </dgm:if>
                <dgm:else name="L2TextContainerAlgoRTL">
                  <dgm:alg type="tx">
                    <dgm:param type="txAnchorVert" val="mid"/>
                    <dgm:param type="parTxRTLAlign" val="r"/>
                    <dgm:param type="parTxLTRAlign" val="r"/>
                    <dgm:param type="txAnchorVertCh" val="mid"/>
                    <dgm:param type="shpTxRTLAlignCh" val="r"/>
                    <dgm:param type="shpTxLTRAlignCh" val="r"/>
                  </dgm:alg>
                </dgm:else>
              </dgm:choose>
              <dgm:shape xmlns:r="http://schemas.openxmlformats.org/officeDocument/2006/relationships" type="roundRect" r:blip="">
                <dgm:adjLst/>
              </dgm:shape>
              <dgm:presOf axis="des" ptType="node"/>
              <dgm:constrLst>
                <dgm:constr type="primFontSz" val="17"/>
                <dgm:constr type="lMarg" refType="primFontSz" fact="0.7"/>
                <dgm:constr type="rMarg" refType="primFontSz" fact="0.7"/>
                <dgm:constr type="tMarg" refType="primFontSz" fact="0.7"/>
                <dgm:constr type="bMarg" refType="primFontSz" fact="0.7"/>
              </dgm:constrLst>
              <dgm:ruleLst>
                <dgm:rule type="primFontSz" val="12" fact="NaN" max="NaN"/>
                <dgm:rule type="secFontSz" val="10" fact="NaN" max="NaN"/>
                <dgm:rule type="h" val="INF" fact="NaN" max="NaN"/>
              </dgm:ruleLst>
            </dgm:layoutNode>
            <dgm:layoutNode name="FlexibleEmptyPlaceHolder">
              <dgm:alg type="sp"/>
              <dgm:shape xmlns:r="http://schemas.openxmlformats.org/officeDocument/2006/relationships" r:blip="">
                <dgm:adjLst/>
              </dgm:shape>
              <dgm:presOf/>
              <dgm:constrLst/>
            </dgm:layoutNode>
          </dgm:layoutNode>
          <dgm:layoutNode name="ConnectLine" styleLbl="sibTrans1D1" moveWith="L2TextContainer">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orPoint" styleLbl="alignNode1" moveWith="L2TextContainer">
            <dgm:alg type="sp"/>
            <dgm:shape xmlns:r="http://schemas.openxmlformats.org/officeDocument/2006/relationships" type="ellipse" r:blip="" zOrderOff="1">
              <dgm:adjLst/>
            </dgm:shape>
            <dgm:presOf/>
            <dgm:constrLst/>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Node>
  <dgm:extLst>
    <a:ext uri="{68A01E43-0DF5-4B5B-8FA6-DAF915123BFB}">
      <dgm1612:lstStyle xmlns:dgm1612="http://schemas.microsoft.com/office/drawing/2016/12/diagram">
        <a:lvl1pPr>
          <a:defRPr b="1"/>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482B951-AFFF-3499-FDE3-02A7F0BD15F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2E5896A-FCE2-110F-B202-A8E435372D6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4E69F83-204D-4778-AAD0-A0F851A3AEEE}" type="datetimeFigureOut">
              <a:rPr lang="en-US" smtClean="0"/>
              <a:t>10/18/2026</a:t>
            </a:fld>
            <a:endParaRPr lang="en-US" dirty="0"/>
          </a:p>
        </p:txBody>
      </p:sp>
      <p:sp>
        <p:nvSpPr>
          <p:cNvPr id="4" name="Footer Placeholder 3">
            <a:extLst>
              <a:ext uri="{FF2B5EF4-FFF2-40B4-BE49-F238E27FC236}">
                <a16:creationId xmlns:a16="http://schemas.microsoft.com/office/drawing/2014/main" id="{911BFBA0-47AD-543A-6AE4-769D8F86580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18FC355-FEF6-ED8F-8D0E-F362E204A0F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A669D59-B021-49CB-887D-52B8FEE1CE18}" type="slidenum">
              <a:rPr lang="en-US" smtClean="0"/>
              <a:t>‹#›</a:t>
            </a:fld>
            <a:endParaRPr lang="en-US" dirty="0"/>
          </a:p>
        </p:txBody>
      </p:sp>
    </p:spTree>
    <p:extLst>
      <p:ext uri="{BB962C8B-B14F-4D97-AF65-F5344CB8AC3E}">
        <p14:creationId xmlns:p14="http://schemas.microsoft.com/office/powerpoint/2010/main" val="28170690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AE3C21-C3CB-4B8D-9033-56C1B3CE75FA}" type="datetimeFigureOut">
              <a:rPr lang="en-US" smtClean="0"/>
              <a:t>10/18/2026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732C3C-A191-48C2-A7E8-9C96AF841A7A}" type="slidenum">
              <a:rPr lang="en-US" smtClean="0"/>
              <a:t>‹#›</a:t>
            </a:fld>
            <a:endParaRPr lang="en-US" dirty="0"/>
          </a:p>
        </p:txBody>
      </p:sp>
    </p:spTree>
    <p:extLst>
      <p:ext uri="{BB962C8B-B14F-4D97-AF65-F5344CB8AC3E}">
        <p14:creationId xmlns:p14="http://schemas.microsoft.com/office/powerpoint/2010/main" val="18563942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1</a:t>
            </a:fld>
            <a:endParaRPr lang="en-US" dirty="0"/>
          </a:p>
        </p:txBody>
      </p:sp>
    </p:spTree>
    <p:extLst>
      <p:ext uri="{BB962C8B-B14F-4D97-AF65-F5344CB8AC3E}">
        <p14:creationId xmlns:p14="http://schemas.microsoft.com/office/powerpoint/2010/main" val="10860483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2</a:t>
            </a:fld>
            <a:endParaRPr lang="en-US" dirty="0"/>
          </a:p>
        </p:txBody>
      </p:sp>
    </p:spTree>
    <p:extLst>
      <p:ext uri="{BB962C8B-B14F-4D97-AF65-F5344CB8AC3E}">
        <p14:creationId xmlns:p14="http://schemas.microsoft.com/office/powerpoint/2010/main" val="40164802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3</a:t>
            </a:fld>
            <a:endParaRPr lang="en-US" dirty="0"/>
          </a:p>
        </p:txBody>
      </p:sp>
    </p:spTree>
    <p:extLst>
      <p:ext uri="{BB962C8B-B14F-4D97-AF65-F5344CB8AC3E}">
        <p14:creationId xmlns:p14="http://schemas.microsoft.com/office/powerpoint/2010/main" val="16497939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DF4D8-10F0-E041-7866-A18D703665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E311C3-EEFD-EA73-9DD5-E63BCFBF2165}"/>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50B8A492-E3C4-137C-7EFC-4E9DEC66706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E7F94D-941A-5FB2-E9D7-248B4B40F827}"/>
              </a:ext>
            </a:extLst>
          </p:cNvPr>
          <p:cNvSpPr>
            <a:spLocks noGrp="1"/>
          </p:cNvSpPr>
          <p:nvPr>
            <p:ph type="sldNum" sz="quarter" idx="5"/>
          </p:nvPr>
        </p:nvSpPr>
        <p:spPr/>
        <p:txBody>
          <a:bodyPr/>
          <a:lstStyle/>
          <a:p>
            <a:fld id="{17732C3C-A191-48C2-A7E8-9C96AF841A7A}" type="slidenum">
              <a:rPr lang="en-US" smtClean="0"/>
              <a:t>4</a:t>
            </a:fld>
            <a:endParaRPr lang="en-US" dirty="0"/>
          </a:p>
        </p:txBody>
      </p:sp>
    </p:spTree>
    <p:extLst>
      <p:ext uri="{BB962C8B-B14F-4D97-AF65-F5344CB8AC3E}">
        <p14:creationId xmlns:p14="http://schemas.microsoft.com/office/powerpoint/2010/main" val="17177181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5</a:t>
            </a:fld>
            <a:endParaRPr lang="en-US" dirty="0"/>
          </a:p>
        </p:txBody>
      </p:sp>
    </p:spTree>
    <p:extLst>
      <p:ext uri="{BB962C8B-B14F-4D97-AF65-F5344CB8AC3E}">
        <p14:creationId xmlns:p14="http://schemas.microsoft.com/office/powerpoint/2010/main" val="24033993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6</a:t>
            </a:fld>
            <a:endParaRPr lang="en-US" dirty="0"/>
          </a:p>
        </p:txBody>
      </p:sp>
    </p:spTree>
    <p:extLst>
      <p:ext uri="{BB962C8B-B14F-4D97-AF65-F5344CB8AC3E}">
        <p14:creationId xmlns:p14="http://schemas.microsoft.com/office/powerpoint/2010/main" val="10541577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7</a:t>
            </a:fld>
            <a:endParaRPr lang="en-US" dirty="0"/>
          </a:p>
        </p:txBody>
      </p:sp>
    </p:spTree>
    <p:extLst>
      <p:ext uri="{BB962C8B-B14F-4D97-AF65-F5344CB8AC3E}">
        <p14:creationId xmlns:p14="http://schemas.microsoft.com/office/powerpoint/2010/main" val="32382815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8</a:t>
            </a:fld>
            <a:endParaRPr lang="en-US" dirty="0"/>
          </a:p>
        </p:txBody>
      </p:sp>
    </p:spTree>
    <p:extLst>
      <p:ext uri="{BB962C8B-B14F-4D97-AF65-F5344CB8AC3E}">
        <p14:creationId xmlns:p14="http://schemas.microsoft.com/office/powerpoint/2010/main" val="35975060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9</a:t>
            </a:fld>
            <a:endParaRPr lang="en-US" dirty="0"/>
          </a:p>
        </p:txBody>
      </p:sp>
    </p:spTree>
    <p:extLst>
      <p:ext uri="{BB962C8B-B14F-4D97-AF65-F5344CB8AC3E}">
        <p14:creationId xmlns:p14="http://schemas.microsoft.com/office/powerpoint/2010/main" val="527231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10</a:t>
            </a:fld>
            <a:endParaRPr lang="en-US" dirty="0"/>
          </a:p>
        </p:txBody>
      </p:sp>
    </p:spTree>
    <p:extLst>
      <p:ext uri="{BB962C8B-B14F-4D97-AF65-F5344CB8AC3E}">
        <p14:creationId xmlns:p14="http://schemas.microsoft.com/office/powerpoint/2010/main" val="12133557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11</a:t>
            </a:fld>
            <a:endParaRPr lang="en-US" dirty="0"/>
          </a:p>
        </p:txBody>
      </p:sp>
    </p:spTree>
    <p:extLst>
      <p:ext uri="{BB962C8B-B14F-4D97-AF65-F5344CB8AC3E}">
        <p14:creationId xmlns:p14="http://schemas.microsoft.com/office/powerpoint/2010/main" val="4363624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12</a:t>
            </a:fld>
            <a:endParaRPr lang="en-US" dirty="0"/>
          </a:p>
        </p:txBody>
      </p:sp>
    </p:spTree>
    <p:extLst>
      <p:ext uri="{BB962C8B-B14F-4D97-AF65-F5344CB8AC3E}">
        <p14:creationId xmlns:p14="http://schemas.microsoft.com/office/powerpoint/2010/main" val="9731273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13</a:t>
            </a:fld>
            <a:endParaRPr lang="en-US" dirty="0"/>
          </a:p>
        </p:txBody>
      </p:sp>
    </p:spTree>
    <p:extLst>
      <p:ext uri="{BB962C8B-B14F-4D97-AF65-F5344CB8AC3E}">
        <p14:creationId xmlns:p14="http://schemas.microsoft.com/office/powerpoint/2010/main" val="38384535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14</a:t>
            </a:fld>
            <a:endParaRPr lang="en-US" dirty="0"/>
          </a:p>
        </p:txBody>
      </p:sp>
    </p:spTree>
    <p:extLst>
      <p:ext uri="{BB962C8B-B14F-4D97-AF65-F5344CB8AC3E}">
        <p14:creationId xmlns:p14="http://schemas.microsoft.com/office/powerpoint/2010/main" val="7447715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15</a:t>
            </a:fld>
            <a:endParaRPr lang="en-US" dirty="0"/>
          </a:p>
        </p:txBody>
      </p:sp>
    </p:spTree>
    <p:extLst>
      <p:ext uri="{BB962C8B-B14F-4D97-AF65-F5344CB8AC3E}">
        <p14:creationId xmlns:p14="http://schemas.microsoft.com/office/powerpoint/2010/main" val="382311858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accent1">
            <a:lumMod val="50000"/>
          </a:schemeClr>
        </a:solidFill>
        <a:effectLst/>
      </p:bgPr>
    </p:bg>
    <p:spTree>
      <p:nvGrpSpPr>
        <p:cNvPr id="1" name=""/>
        <p:cNvGrpSpPr/>
        <p:nvPr/>
      </p:nvGrpSpPr>
      <p:grpSpPr>
        <a:xfrm>
          <a:off x="0" y="0"/>
          <a:ext cx="0" cy="0"/>
          <a:chOff x="0" y="0"/>
          <a:chExt cx="0" cy="0"/>
        </a:xfrm>
      </p:grpSpPr>
      <p:pic>
        <p:nvPicPr>
          <p:cNvPr id="15" name="Graphic 14">
            <a:extLst>
              <a:ext uri="{FF2B5EF4-FFF2-40B4-BE49-F238E27FC236}">
                <a16:creationId xmlns:a16="http://schemas.microsoft.com/office/drawing/2014/main" id="{BECDFC6B-0742-962E-44A1-19C9C173BB22}"/>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50848" y="425303"/>
            <a:ext cx="11305217" cy="6007394"/>
          </a:xfrm>
          <a:prstGeom prst="rect">
            <a:avLst/>
          </a:prstGeom>
          <a:effectLst/>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10001" y="633046"/>
            <a:ext cx="10571998" cy="3366198"/>
          </a:xfrm>
          <a:ln>
            <a:noFill/>
          </a:ln>
          <a:effectLst/>
        </p:spPr>
        <p:txBody>
          <a:bodyPr/>
          <a:lstStyle>
            <a:lvl1pPr algn="ctr">
              <a:defRPr sz="7200" b="1" spc="-300" baseline="0">
                <a:ln>
                  <a:noFill/>
                </a:ln>
                <a:solidFill>
                  <a:schemeClr val="accent4">
                    <a:lumMod val="60000"/>
                    <a:lumOff val="40000"/>
                  </a:schemeClr>
                </a:solidFill>
                <a:effectLst/>
              </a:defRPr>
            </a:lvl1pPr>
          </a:lstStyle>
          <a:p>
            <a:r>
              <a:rPr lang="en-US" dirty="0"/>
              <a:t>Click to add title</a:t>
            </a:r>
          </a:p>
        </p:txBody>
      </p:sp>
    </p:spTree>
    <p:extLst>
      <p:ext uri="{BB962C8B-B14F-4D97-AF65-F5344CB8AC3E}">
        <p14:creationId xmlns:p14="http://schemas.microsoft.com/office/powerpoint/2010/main" val="32369852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4">
            <a:lumMod val="40000"/>
            <a:lumOff val="60000"/>
          </a:schemeClr>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2ADBC817-DA57-A518-5544-0D3B819C7062}"/>
              </a:ext>
              <a:ext uri="{C183D7F6-B498-43B3-948B-1728B52AA6E4}">
                <adec:decorative xmlns:adec="http://schemas.microsoft.com/office/drawing/2017/decorative" val="1"/>
              </a:ext>
            </a:extLst>
          </p:cNvPr>
          <p:cNvSpPr/>
          <p:nvPr userDrawn="1"/>
        </p:nvSpPr>
        <p:spPr>
          <a:xfrm>
            <a:off x="435935" y="414670"/>
            <a:ext cx="11320130" cy="6018027"/>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10" name="Graphic 9">
            <a:extLst>
              <a:ext uri="{FF2B5EF4-FFF2-40B4-BE49-F238E27FC236}">
                <a16:creationId xmlns:a16="http://schemas.microsoft.com/office/drawing/2014/main" id="{4873FFF3-C7B6-C678-1B03-17FBD0D5ACE1}"/>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46174" y="425303"/>
            <a:ext cx="5379242" cy="5983435"/>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944217" y="924167"/>
            <a:ext cx="4383156" cy="5009322"/>
          </a:xfrm>
          <a:solidFill>
            <a:schemeClr val="accent1">
              <a:lumMod val="50000"/>
            </a:schemeClr>
          </a:solidFill>
          <a:effectLst>
            <a:outerShdw blurRad="254000" dist="50800" dir="2700000" algn="ctr" rotWithShape="0">
              <a:prstClr val="black">
                <a:alpha val="25000"/>
              </a:prstClr>
            </a:outerShdw>
          </a:effectLst>
        </p:spPr>
        <p:txBody>
          <a:bodyPr anchor="ctr"/>
          <a:lstStyle>
            <a:lvl1pPr algn="ctr">
              <a:defRPr sz="3600" spc="0" baseline="0">
                <a:solidFill>
                  <a:schemeClr val="tx1"/>
                </a:solidFill>
                <a:effectLst/>
              </a:defRPr>
            </a:lvl1pPr>
          </a:lstStyle>
          <a:p>
            <a:r>
              <a:rPr lang="en-US" dirty="0"/>
              <a:t>Click to add title</a:t>
            </a:r>
          </a:p>
        </p:txBody>
      </p:sp>
      <p:sp>
        <p:nvSpPr>
          <p:cNvPr id="7" name="Text Placeholder 6">
            <a:extLst>
              <a:ext uri="{FF2B5EF4-FFF2-40B4-BE49-F238E27FC236}">
                <a16:creationId xmlns:a16="http://schemas.microsoft.com/office/drawing/2014/main" id="{5D0FE23B-34E3-BAAF-E01D-BE221B4A94EF}"/>
              </a:ext>
            </a:extLst>
          </p:cNvPr>
          <p:cNvSpPr>
            <a:spLocks noGrp="1"/>
          </p:cNvSpPr>
          <p:nvPr>
            <p:ph type="body" sz="quarter" idx="14" hasCustomPrompt="1"/>
          </p:nvPr>
        </p:nvSpPr>
        <p:spPr>
          <a:xfrm>
            <a:off x="6400800" y="924512"/>
            <a:ext cx="4750904" cy="5008977"/>
          </a:xfrm>
        </p:spPr>
        <p:txBody>
          <a:bodyPr/>
          <a:lstStyle>
            <a:lvl1pPr marL="0" indent="0">
              <a:buNone/>
              <a:defRPr/>
            </a:lvl1pPr>
            <a:lvl2pPr marL="742950" indent="-285750">
              <a:buFont typeface="Arial" panose="020B0604020202020204" pitchFamily="34" charset="0"/>
              <a:buChar char="•"/>
              <a:defRPr/>
            </a:lvl2pPr>
            <a:lvl3pPr marL="1200150" indent="-285750">
              <a:buFont typeface="Arial" panose="020B0604020202020204" pitchFamily="34" charset="0"/>
              <a:buChar char="•"/>
              <a:defRPr/>
            </a:lvl3pPr>
            <a:lvl4pPr marL="1543050" indent="-171450">
              <a:buFont typeface="Arial" panose="020B0604020202020204" pitchFamily="34" charset="0"/>
              <a:buChar char="•"/>
              <a:defRPr/>
            </a:lvl4pPr>
            <a:lvl5pPr marL="2000250" indent="-171450">
              <a:buFont typeface="Arial" panose="020B0604020202020204" pitchFamily="34" charset="0"/>
              <a:buChar char="•"/>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7798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Title">
    <p:bg>
      <p:bgPr>
        <a:solidFill>
          <a:schemeClr val="accent4">
            <a:lumMod val="40000"/>
            <a:lumOff val="6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105E210-05B5-5EA1-C778-30BB3A4942D5}"/>
              </a:ext>
              <a:ext uri="{C183D7F6-B498-43B3-948B-1728B52AA6E4}">
                <adec:decorative xmlns:adec="http://schemas.microsoft.com/office/drawing/2017/decorative" val="1"/>
              </a:ext>
            </a:extLst>
          </p:cNvPr>
          <p:cNvSpPr/>
          <p:nvPr userDrawn="1"/>
        </p:nvSpPr>
        <p:spPr>
          <a:xfrm>
            <a:off x="435935" y="419987"/>
            <a:ext cx="11320130" cy="6018027"/>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2" name="Picture 1">
            <a:extLst>
              <a:ext uri="{FF2B5EF4-FFF2-40B4-BE49-F238E27FC236}">
                <a16:creationId xmlns:a16="http://schemas.microsoft.com/office/drawing/2014/main" id="{28792193-1165-3487-6FB9-133CB518CE35}"/>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3090924" y="-2235006"/>
            <a:ext cx="6010147" cy="11320132"/>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10001" y="1741064"/>
            <a:ext cx="10571998" cy="1928264"/>
          </a:xfrm>
          <a:ln>
            <a:noFill/>
          </a:ln>
          <a:effectLst/>
        </p:spPr>
        <p:txBody>
          <a:bodyPr/>
          <a:lstStyle>
            <a:lvl1pPr algn="ctr">
              <a:defRPr sz="3600" spc="0" baseline="0">
                <a:ln>
                  <a:noFill/>
                </a:ln>
                <a:solidFill>
                  <a:schemeClr val="accent4">
                    <a:lumMod val="60000"/>
                    <a:lumOff val="40000"/>
                  </a:schemeClr>
                </a:solidFill>
                <a:effectLst/>
              </a:defRPr>
            </a:lvl1pPr>
          </a:lstStyle>
          <a:p>
            <a:r>
              <a:rPr lang="en-US" dirty="0"/>
              <a:t>Click to add title</a:t>
            </a:r>
          </a:p>
        </p:txBody>
      </p:sp>
      <p:sp>
        <p:nvSpPr>
          <p:cNvPr id="3" name="Subtitle 2"/>
          <p:cNvSpPr>
            <a:spLocks noGrp="1"/>
          </p:cNvSpPr>
          <p:nvPr>
            <p:ph type="subTitle" idx="1" hasCustomPrompt="1"/>
          </p:nvPr>
        </p:nvSpPr>
        <p:spPr>
          <a:xfrm>
            <a:off x="810000" y="3694102"/>
            <a:ext cx="10572000" cy="896468"/>
          </a:xfrm>
          <a:effectLst/>
        </p:spPr>
        <p:txBody>
          <a:bodyPr anchor="ctr">
            <a:normAutofit/>
          </a:bodyPr>
          <a:lstStyle>
            <a:lvl1pPr marL="0" indent="0" algn="ctr">
              <a:buNone/>
              <a:defRPr sz="1800" b="1">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add subtitle</a:t>
            </a:r>
          </a:p>
        </p:txBody>
      </p:sp>
    </p:spTree>
    <p:extLst>
      <p:ext uri="{BB962C8B-B14F-4D97-AF65-F5344CB8AC3E}">
        <p14:creationId xmlns:p14="http://schemas.microsoft.com/office/powerpoint/2010/main" val="34800003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ummary 1">
    <p:bg>
      <p:bgPr>
        <a:solidFill>
          <a:schemeClr val="accent1">
            <a:lumMod val="5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8905615-9FD2-EBB3-89AB-555B373EBBEB}"/>
              </a:ext>
              <a:ext uri="{C183D7F6-B498-43B3-948B-1728B52AA6E4}">
                <adec:decorative xmlns:adec="http://schemas.microsoft.com/office/drawing/2017/decorative" val="1"/>
              </a:ext>
            </a:extLst>
          </p:cNvPr>
          <p:cNvSpPr/>
          <p:nvPr userDrawn="1"/>
        </p:nvSpPr>
        <p:spPr>
          <a:xfrm>
            <a:off x="4623955" y="414670"/>
            <a:ext cx="7132110" cy="6018027"/>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12" name="Rectangle 11">
            <a:extLst>
              <a:ext uri="{FF2B5EF4-FFF2-40B4-BE49-F238E27FC236}">
                <a16:creationId xmlns:a16="http://schemas.microsoft.com/office/drawing/2014/main" id="{E2B638DB-3E00-7F4B-D4B7-9D7F0905639D}"/>
              </a:ext>
              <a:ext uri="{C183D7F6-B498-43B3-948B-1728B52AA6E4}">
                <adec:decorative xmlns:adec="http://schemas.microsoft.com/office/drawing/2017/decorative" val="1"/>
              </a:ext>
            </a:extLst>
          </p:cNvPr>
          <p:cNvSpPr/>
          <p:nvPr userDrawn="1"/>
        </p:nvSpPr>
        <p:spPr>
          <a:xfrm>
            <a:off x="440459" y="420624"/>
            <a:ext cx="4183496" cy="6016752"/>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a:extLst>
              <a:ext uri="{FF2B5EF4-FFF2-40B4-BE49-F238E27FC236}">
                <a16:creationId xmlns:a16="http://schemas.microsoft.com/office/drawing/2014/main" id="{310EED07-CDD5-9244-28FA-5195E67951C1}"/>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10800000">
            <a:off x="435934" y="422551"/>
            <a:ext cx="4183495" cy="6010146"/>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50717" y="924339"/>
            <a:ext cx="3990110" cy="5009322"/>
          </a:xfrm>
          <a:noFill/>
          <a:effectLst/>
        </p:spPr>
        <p:txBody>
          <a:bodyPr anchor="ctr"/>
          <a:lstStyle>
            <a:lvl1pPr algn="ctr">
              <a:defRPr sz="3600" spc="0" baseline="0">
                <a:solidFill>
                  <a:schemeClr val="tx1"/>
                </a:solidFill>
                <a:effectLst/>
              </a:defRPr>
            </a:lvl1pPr>
          </a:lstStyle>
          <a:p>
            <a:r>
              <a:rPr lang="en-US" dirty="0"/>
              <a:t>Click to add title</a:t>
            </a:r>
          </a:p>
        </p:txBody>
      </p:sp>
      <p:sp>
        <p:nvSpPr>
          <p:cNvPr id="3" name="Content Placeholder 9">
            <a:extLst>
              <a:ext uri="{FF2B5EF4-FFF2-40B4-BE49-F238E27FC236}">
                <a16:creationId xmlns:a16="http://schemas.microsoft.com/office/drawing/2014/main" id="{B5AB4E8D-8B32-8B00-8152-856C592BAB39}"/>
              </a:ext>
            </a:extLst>
          </p:cNvPr>
          <p:cNvSpPr>
            <a:spLocks noGrp="1"/>
          </p:cNvSpPr>
          <p:nvPr>
            <p:ph sz="quarter" idx="10" hasCustomPrompt="1"/>
          </p:nvPr>
        </p:nvSpPr>
        <p:spPr>
          <a:xfrm>
            <a:off x="5346793" y="924340"/>
            <a:ext cx="5684373" cy="5009322"/>
          </a:xfrm>
          <a:effectLst/>
        </p:spPr>
        <p:txBody>
          <a:bodyPr lIns="0" rIns="0" anchor="ctr"/>
          <a:lstStyle>
            <a:lvl1pPr marL="0" indent="0">
              <a:lnSpc>
                <a:spcPct val="150000"/>
              </a:lnSpc>
              <a:spcBef>
                <a:spcPts val="0"/>
              </a:spcBef>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1pPr>
            <a:lvl2pPr marL="4572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2pPr>
            <a:lvl3pPr marL="9144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3pPr>
            <a:lvl4pPr marL="13716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4pPr>
            <a:lvl5pPr marL="18288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376925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ntroduction 3">
    <p:bg>
      <p:bgPr>
        <a:solidFill>
          <a:schemeClr val="accent1">
            <a:lumMod val="5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F4A700F-42CA-D7A9-D709-C0017521B294}"/>
              </a:ext>
              <a:ext uri="{C183D7F6-B498-43B3-948B-1728B52AA6E4}">
                <adec:decorative xmlns:adec="http://schemas.microsoft.com/office/drawing/2017/decorative" val="1"/>
              </a:ext>
            </a:extLst>
          </p:cNvPr>
          <p:cNvSpPr/>
          <p:nvPr userDrawn="1"/>
        </p:nvSpPr>
        <p:spPr>
          <a:xfrm>
            <a:off x="435935" y="414670"/>
            <a:ext cx="11320130" cy="6018027"/>
          </a:xfrm>
          <a:prstGeom prst="rect">
            <a:avLst/>
          </a:prstGeom>
          <a:solidFill>
            <a:srgbClr val="F9E0B9"/>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8" name="Graphic 7">
            <a:extLst>
              <a:ext uri="{FF2B5EF4-FFF2-40B4-BE49-F238E27FC236}">
                <a16:creationId xmlns:a16="http://schemas.microsoft.com/office/drawing/2014/main" id="{961DA139-D8FD-A752-758D-4F836DFB2524}"/>
              </a:ext>
              <a:ext uri="{C183D7F6-B498-43B3-948B-1728B52AA6E4}">
                <adec:decorative xmlns:adec="http://schemas.microsoft.com/office/drawing/2017/decorative" val="1"/>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1353" t="-388" r="-1" b="-254"/>
          <a:stretch/>
        </p:blipFill>
        <p:spPr>
          <a:xfrm rot="16200000" flipH="1">
            <a:off x="210940" y="1589892"/>
            <a:ext cx="5245922" cy="3667583"/>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485516" y="1433219"/>
            <a:ext cx="5695102" cy="2092049"/>
          </a:xfrm>
          <a:noFill/>
          <a:effectLst/>
        </p:spPr>
        <p:txBody>
          <a:bodyPr anchor="b"/>
          <a:lstStyle>
            <a:lvl1pPr algn="ctr">
              <a:defRPr sz="3600" spc="0" baseline="0">
                <a:solidFill>
                  <a:schemeClr val="accent1">
                    <a:lumMod val="50000"/>
                  </a:schemeClr>
                </a:solidFill>
                <a:effectLst/>
              </a:defRPr>
            </a:lvl1pPr>
          </a:lstStyle>
          <a:p>
            <a:r>
              <a:rPr lang="en-US" dirty="0"/>
              <a:t>Click to add title</a:t>
            </a:r>
          </a:p>
        </p:txBody>
      </p:sp>
      <p:sp>
        <p:nvSpPr>
          <p:cNvPr id="7" name="Picture Placeholder 6">
            <a:extLst>
              <a:ext uri="{FF2B5EF4-FFF2-40B4-BE49-F238E27FC236}">
                <a16:creationId xmlns:a16="http://schemas.microsoft.com/office/drawing/2014/main" id="{C96F37D4-7152-EA75-8D7D-D8F7D6DD9C4C}"/>
              </a:ext>
            </a:extLst>
          </p:cNvPr>
          <p:cNvSpPr>
            <a:spLocks noGrp="1"/>
          </p:cNvSpPr>
          <p:nvPr>
            <p:ph type="pic" sz="quarter" idx="11"/>
          </p:nvPr>
        </p:nvSpPr>
        <p:spPr>
          <a:xfrm>
            <a:off x="1350099" y="1974707"/>
            <a:ext cx="2907792" cy="2907792"/>
          </a:xfrm>
          <a:solidFill>
            <a:srgbClr val="F9E0B9"/>
          </a:solidFill>
          <a:effectLst/>
        </p:spPr>
        <p:txBody>
          <a:bodyPr anchor="t"/>
          <a:lstStyle>
            <a:lvl1pPr marL="0" indent="0" algn="ctr">
              <a:buNone/>
              <a:defRPr>
                <a:solidFill>
                  <a:schemeClr val="accent1">
                    <a:lumMod val="50000"/>
                  </a:schemeClr>
                </a:solidFill>
              </a:defRPr>
            </a:lvl1pPr>
          </a:lstStyle>
          <a:p>
            <a:r>
              <a:rPr lang="en-US"/>
              <a:t>Click icon to add picture</a:t>
            </a:r>
            <a:endParaRPr lang="en-US" dirty="0"/>
          </a:p>
        </p:txBody>
      </p:sp>
      <p:sp>
        <p:nvSpPr>
          <p:cNvPr id="3" name="Content Placeholder 9">
            <a:extLst>
              <a:ext uri="{FF2B5EF4-FFF2-40B4-BE49-F238E27FC236}">
                <a16:creationId xmlns:a16="http://schemas.microsoft.com/office/drawing/2014/main" id="{AFBE5B12-0D10-DA99-093A-2C4FB738B21C}"/>
              </a:ext>
            </a:extLst>
          </p:cNvPr>
          <p:cNvSpPr>
            <a:spLocks noGrp="1"/>
          </p:cNvSpPr>
          <p:nvPr>
            <p:ph sz="quarter" idx="10" hasCustomPrompt="1"/>
          </p:nvPr>
        </p:nvSpPr>
        <p:spPr>
          <a:xfrm>
            <a:off x="5496789" y="3525268"/>
            <a:ext cx="5683829" cy="2595429"/>
          </a:xfrm>
          <a:effectLst/>
        </p:spPr>
        <p:txBody>
          <a:bodyPr anchor="t"/>
          <a:lstStyle>
            <a:lvl1pPr marL="0" indent="0" algn="ctr">
              <a:lnSpc>
                <a:spcPct val="150000"/>
              </a:lnSpc>
              <a:spcBef>
                <a:spcPts val="0"/>
              </a:spcBef>
              <a:buNone/>
              <a:defRPr b="1">
                <a:solidFill>
                  <a:schemeClr val="accent1">
                    <a:lumMod val="50000"/>
                  </a:schemeClr>
                </a:solidFill>
              </a:defRPr>
            </a:lvl1pPr>
            <a:lvl2pPr algn="ctr">
              <a:buClr>
                <a:schemeClr val="accent1">
                  <a:lumMod val="50000"/>
                </a:schemeClr>
              </a:buClr>
              <a:defRPr>
                <a:solidFill>
                  <a:schemeClr val="accent1">
                    <a:lumMod val="50000"/>
                  </a:schemeClr>
                </a:solidFill>
              </a:defRPr>
            </a:lvl2pPr>
            <a:lvl3pPr algn="ctr">
              <a:buClr>
                <a:schemeClr val="accent1">
                  <a:lumMod val="50000"/>
                </a:schemeClr>
              </a:buClr>
              <a:defRPr>
                <a:solidFill>
                  <a:schemeClr val="accent1">
                    <a:lumMod val="50000"/>
                  </a:schemeClr>
                </a:solidFill>
              </a:defRPr>
            </a:lvl3pPr>
            <a:lvl4pPr algn="ctr">
              <a:buClr>
                <a:schemeClr val="accent1">
                  <a:lumMod val="50000"/>
                </a:schemeClr>
              </a:buClr>
              <a:defRPr>
                <a:solidFill>
                  <a:schemeClr val="accent1">
                    <a:lumMod val="50000"/>
                  </a:schemeClr>
                </a:solidFill>
              </a:defRPr>
            </a:lvl4pPr>
            <a:lvl5pPr algn="ctr">
              <a:buClr>
                <a:schemeClr val="accent1">
                  <a:lumMod val="50000"/>
                </a:schemeClr>
              </a:buClr>
              <a:defRPr>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79950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5">
    <p:bg>
      <p:bgPr>
        <a:solidFill>
          <a:schemeClr val="accent1">
            <a:lumMod val="50000"/>
          </a:schemeClr>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81D7C89-8451-1944-C2B3-53AADAC99A01}"/>
              </a:ext>
              <a:ext uri="{C183D7F6-B498-43B3-948B-1728B52AA6E4}">
                <adec:decorative xmlns:adec="http://schemas.microsoft.com/office/drawing/2017/decorative" val="1"/>
              </a:ext>
            </a:extLst>
          </p:cNvPr>
          <p:cNvSpPr/>
          <p:nvPr userDrawn="1"/>
        </p:nvSpPr>
        <p:spPr>
          <a:xfrm>
            <a:off x="411678" y="422551"/>
            <a:ext cx="4223822" cy="6010146"/>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3" name="Rectangle 2">
            <a:extLst>
              <a:ext uri="{FF2B5EF4-FFF2-40B4-BE49-F238E27FC236}">
                <a16:creationId xmlns:a16="http://schemas.microsoft.com/office/drawing/2014/main" id="{D26B15EB-5194-C74B-F881-D3DCBE854272}"/>
              </a:ext>
              <a:ext uri="{C183D7F6-B498-43B3-948B-1728B52AA6E4}">
                <adec:decorative xmlns:adec="http://schemas.microsoft.com/office/drawing/2017/decorative" val="1"/>
              </a:ext>
            </a:extLst>
          </p:cNvPr>
          <p:cNvSpPr/>
          <p:nvPr userDrawn="1"/>
        </p:nvSpPr>
        <p:spPr>
          <a:xfrm>
            <a:off x="4635499" y="422551"/>
            <a:ext cx="7144823"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29935" y="633845"/>
            <a:ext cx="3990110" cy="2192482"/>
          </a:xfrm>
          <a:noFill/>
          <a:effectLst/>
        </p:spPr>
        <p:txBody>
          <a:bodyPr anchor="ctr"/>
          <a:lstStyle>
            <a:lvl1pPr algn="ctr">
              <a:defRPr sz="3600" spc="0" baseline="0">
                <a:solidFill>
                  <a:schemeClr val="accent1">
                    <a:lumMod val="50000"/>
                  </a:schemeClr>
                </a:solidFill>
                <a:effectLst/>
              </a:defRPr>
            </a:lvl1pPr>
          </a:lstStyle>
          <a:p>
            <a:r>
              <a:rPr lang="en-US" dirty="0"/>
              <a:t>Click to add title</a:t>
            </a:r>
          </a:p>
        </p:txBody>
      </p:sp>
      <p:sp>
        <p:nvSpPr>
          <p:cNvPr id="7" name="Content Placeholder 6">
            <a:extLst>
              <a:ext uri="{FF2B5EF4-FFF2-40B4-BE49-F238E27FC236}">
                <a16:creationId xmlns:a16="http://schemas.microsoft.com/office/drawing/2014/main" id="{B15614EF-4CFA-2D69-0F78-9D7409E2337E}"/>
              </a:ext>
            </a:extLst>
          </p:cNvPr>
          <p:cNvSpPr>
            <a:spLocks noGrp="1"/>
          </p:cNvSpPr>
          <p:nvPr>
            <p:ph sz="quarter" idx="11" hasCustomPrompt="1"/>
          </p:nvPr>
        </p:nvSpPr>
        <p:spPr>
          <a:xfrm>
            <a:off x="747423" y="3174531"/>
            <a:ext cx="3772622" cy="3122360"/>
          </a:xfrm>
          <a:effectLst/>
        </p:spPr>
        <p:txBody>
          <a:bodyPr rIns="274320" anchor="t"/>
          <a:lstStyle>
            <a:lvl1pPr marL="283464" indent="-283464">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1pPr>
            <a:lvl2pPr marL="742950" indent="-28575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2pPr>
            <a:lvl3pPr marL="1143000" indent="-22860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3pPr>
            <a:lvl4pPr marL="1600200" indent="-22860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4pPr>
            <a:lvl5pPr marL="2057400" indent="-22860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9">
            <a:extLst>
              <a:ext uri="{FF2B5EF4-FFF2-40B4-BE49-F238E27FC236}">
                <a16:creationId xmlns:a16="http://schemas.microsoft.com/office/drawing/2014/main" id="{77D6637B-A7C5-34FF-5B51-32392DAEABB2}"/>
              </a:ext>
            </a:extLst>
          </p:cNvPr>
          <p:cNvSpPr>
            <a:spLocks noGrp="1"/>
          </p:cNvSpPr>
          <p:nvPr>
            <p:ph sz="quarter" idx="10" hasCustomPrompt="1"/>
          </p:nvPr>
        </p:nvSpPr>
        <p:spPr>
          <a:xfrm>
            <a:off x="5237732" y="946205"/>
            <a:ext cx="5971020" cy="5161655"/>
          </a:xfrm>
        </p:spPr>
        <p:txBody>
          <a:body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316405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ntroduction 2">
    <p:bg>
      <p:bgPr>
        <a:solidFill>
          <a:schemeClr val="accent1">
            <a:lumMod val="50000"/>
          </a:schemeClr>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13E625C-F0A4-564D-CEE2-6B3595CEB038}"/>
              </a:ext>
              <a:ext uri="{C183D7F6-B498-43B3-948B-1728B52AA6E4}">
                <adec:decorative xmlns:adec="http://schemas.microsoft.com/office/drawing/2017/decorative" val="1"/>
              </a:ext>
            </a:extLst>
          </p:cNvPr>
          <p:cNvSpPr/>
          <p:nvPr userDrawn="1"/>
        </p:nvSpPr>
        <p:spPr>
          <a:xfrm>
            <a:off x="5961889" y="0"/>
            <a:ext cx="6230111" cy="6858000"/>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itle 8">
            <a:extLst>
              <a:ext uri="{FF2B5EF4-FFF2-40B4-BE49-F238E27FC236}">
                <a16:creationId xmlns:a16="http://schemas.microsoft.com/office/drawing/2014/main" id="{5997EA3E-49E5-518D-63DB-0BD43D3ACFCD}"/>
              </a:ext>
            </a:extLst>
          </p:cNvPr>
          <p:cNvSpPr>
            <a:spLocks noGrp="1"/>
          </p:cNvSpPr>
          <p:nvPr>
            <p:ph type="title"/>
          </p:nvPr>
        </p:nvSpPr>
        <p:spPr>
          <a:xfrm>
            <a:off x="6577445" y="157637"/>
            <a:ext cx="4851694" cy="2190705"/>
          </a:xfrm>
          <a:noFill/>
          <a:effectLst/>
        </p:spPr>
        <p:txBody>
          <a:bodyPr anchor="b"/>
          <a:lstStyle>
            <a:lvl1pPr algn="l">
              <a:defRPr sz="3600" spc="0" baseline="0">
                <a:solidFill>
                  <a:schemeClr val="accent1">
                    <a:lumMod val="50000"/>
                  </a:schemeClr>
                </a:solidFill>
                <a:effectLst/>
              </a:defRPr>
            </a:lvl1pPr>
          </a:lstStyle>
          <a:p>
            <a:endParaRPr lang="en-US" dirty="0"/>
          </a:p>
        </p:txBody>
      </p:sp>
      <p:sp>
        <p:nvSpPr>
          <p:cNvPr id="3" name="Rectangle 2">
            <a:extLst>
              <a:ext uri="{FF2B5EF4-FFF2-40B4-BE49-F238E27FC236}">
                <a16:creationId xmlns:a16="http://schemas.microsoft.com/office/drawing/2014/main" id="{BB4D8C78-00C3-F3D7-17C3-F1667E463E12}"/>
              </a:ext>
              <a:ext uri="{C183D7F6-B498-43B3-948B-1728B52AA6E4}">
                <adec:decorative xmlns:adec="http://schemas.microsoft.com/office/drawing/2017/decorative" val="1"/>
              </a:ext>
            </a:extLst>
          </p:cNvPr>
          <p:cNvSpPr/>
          <p:nvPr userDrawn="1"/>
        </p:nvSpPr>
        <p:spPr>
          <a:xfrm>
            <a:off x="380999" y="422551"/>
            <a:ext cx="5124893" cy="6010146"/>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rPr>
              <a:t>c</a:t>
            </a:r>
          </a:p>
        </p:txBody>
      </p:sp>
      <p:pic>
        <p:nvPicPr>
          <p:cNvPr id="4" name="Graphic 3">
            <a:extLst>
              <a:ext uri="{FF2B5EF4-FFF2-40B4-BE49-F238E27FC236}">
                <a16:creationId xmlns:a16="http://schemas.microsoft.com/office/drawing/2014/main" id="{F13E61FD-F54A-5F86-FCED-3BD4C8AA42E7}"/>
              </a:ext>
              <a:ext uri="{C183D7F6-B498-43B3-948B-1728B52AA6E4}">
                <adec:decorative xmlns:adec="http://schemas.microsoft.com/office/drawing/2017/decorative" val="1"/>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1353" t="-388" r="-1" b="-254"/>
          <a:stretch/>
        </p:blipFill>
        <p:spPr>
          <a:xfrm flipH="1">
            <a:off x="659106" y="3429000"/>
            <a:ext cx="4589830" cy="2780414"/>
          </a:xfrm>
          <a:prstGeom prst="rect">
            <a:avLst/>
          </a:prstGeom>
        </p:spPr>
      </p:pic>
      <p:sp>
        <p:nvSpPr>
          <p:cNvPr id="6" name="Rectangle 5">
            <a:extLst>
              <a:ext uri="{FF2B5EF4-FFF2-40B4-BE49-F238E27FC236}">
                <a16:creationId xmlns:a16="http://schemas.microsoft.com/office/drawing/2014/main" id="{A9F0290F-2D31-F9FB-AD35-B76947AF146F}"/>
              </a:ext>
              <a:ext uri="{C183D7F6-B498-43B3-948B-1728B52AA6E4}">
                <adec:decorative xmlns:adec="http://schemas.microsoft.com/office/drawing/2017/decorative" val="1"/>
              </a:ext>
            </a:extLst>
          </p:cNvPr>
          <p:cNvSpPr/>
          <p:nvPr userDrawn="1"/>
        </p:nvSpPr>
        <p:spPr>
          <a:xfrm>
            <a:off x="1236863" y="776532"/>
            <a:ext cx="3434316" cy="5018212"/>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Picture Placeholder 11">
            <a:extLst>
              <a:ext uri="{FF2B5EF4-FFF2-40B4-BE49-F238E27FC236}">
                <a16:creationId xmlns:a16="http://schemas.microsoft.com/office/drawing/2014/main" id="{7347A5B6-0F99-C044-C209-F3190EEFA371}"/>
              </a:ext>
            </a:extLst>
          </p:cNvPr>
          <p:cNvSpPr>
            <a:spLocks noGrp="1"/>
          </p:cNvSpPr>
          <p:nvPr>
            <p:ph type="pic" sz="quarter" idx="11"/>
          </p:nvPr>
        </p:nvSpPr>
        <p:spPr>
          <a:xfrm>
            <a:off x="1236663" y="776288"/>
            <a:ext cx="3433762" cy="5018087"/>
          </a:xfrm>
        </p:spPr>
        <p:txBody>
          <a:bodyPr anchor="t"/>
          <a:lstStyle>
            <a:lvl1pPr marL="0" indent="0" algn="ctr">
              <a:buNone/>
              <a:defRPr/>
            </a:lvl1pPr>
          </a:lstStyle>
          <a:p>
            <a:r>
              <a:rPr lang="en-US"/>
              <a:t>Click icon to add picture</a:t>
            </a:r>
            <a:endParaRPr lang="en-US" dirty="0"/>
          </a:p>
        </p:txBody>
      </p:sp>
      <p:sp>
        <p:nvSpPr>
          <p:cNvPr id="5" name="Content Placeholder 9">
            <a:extLst>
              <a:ext uri="{FF2B5EF4-FFF2-40B4-BE49-F238E27FC236}">
                <a16:creationId xmlns:a16="http://schemas.microsoft.com/office/drawing/2014/main" id="{0E96890F-0832-5087-193F-70CF33DEE0AD}"/>
              </a:ext>
            </a:extLst>
          </p:cNvPr>
          <p:cNvSpPr>
            <a:spLocks noGrp="1"/>
          </p:cNvSpPr>
          <p:nvPr>
            <p:ph sz="quarter" idx="10" hasCustomPrompt="1"/>
          </p:nvPr>
        </p:nvSpPr>
        <p:spPr>
          <a:xfrm>
            <a:off x="6592615" y="2505979"/>
            <a:ext cx="4837385" cy="3926717"/>
          </a:xfrm>
          <a:effectLst/>
        </p:spPr>
        <p:txBody>
          <a:bodyPr anchor="t"/>
          <a:lstStyle>
            <a:lvl1pPr marL="0" indent="0">
              <a:lnSpc>
                <a:spcPct val="150000"/>
              </a:lnSpc>
              <a:spcBef>
                <a:spcPts val="0"/>
              </a:spcBef>
              <a:spcAft>
                <a:spcPts val="0"/>
              </a:spcAft>
              <a:buClr>
                <a:schemeClr val="accent1">
                  <a:lumMod val="50000"/>
                </a:schemeClr>
              </a:buClr>
              <a:buFont typeface="Arial" panose="020B0604020202020204" pitchFamily="34" charset="0"/>
              <a:buNone/>
              <a:defRPr>
                <a:solidFill>
                  <a:schemeClr val="accent1">
                    <a:lumMod val="50000"/>
                  </a:schemeClr>
                </a:solidFill>
              </a:defRPr>
            </a:lvl1pPr>
            <a:lvl2pPr marL="742950" indent="-28575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2pPr>
            <a:lvl3pPr marL="11430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3pPr>
            <a:lvl4pPr marL="16002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4pPr>
            <a:lvl5pPr marL="20574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5pPr>
          </a:lstStyle>
          <a:p>
            <a:pPr marL="285750" marR="0" lvl="0" indent="-285750" algn="l" defTabSz="457200" rtl="0" eaLnBrk="1" fontAlgn="auto" latinLnBrk="0" hangingPunct="1">
              <a:lnSpc>
                <a:spcPct val="150000"/>
              </a:lnSpc>
              <a:spcBef>
                <a:spcPts val="0"/>
              </a:spcBef>
              <a:spcAft>
                <a:spcPts val="0"/>
              </a:spcAft>
              <a:buClr>
                <a:schemeClr val="accent1">
                  <a:lumMod val="50000"/>
                </a:schemeClr>
              </a:buClr>
              <a:buSzTx/>
              <a:buFont typeface="Arial" panose="020B0604020202020204" pitchFamily="34" charset="0"/>
              <a:buChar char="•"/>
              <a:tabLst/>
              <a:defRPr/>
            </a:pPr>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5366817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Two Content 4">
    <p:bg>
      <p:bgPr>
        <a:solidFill>
          <a:schemeClr val="accent1">
            <a:lumMod val="50000"/>
          </a:schemeClr>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36DB3CB-355C-968A-7F5F-71E0350408BA}"/>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10800000">
            <a:off x="-2" y="0"/>
            <a:ext cx="12192001" cy="6858000"/>
          </a:xfrm>
          <a:prstGeom prst="rect">
            <a:avLst/>
          </a:prstGeom>
        </p:spPr>
      </p:pic>
      <p:sp>
        <p:nvSpPr>
          <p:cNvPr id="2" name="Rectangle 1">
            <a:extLst>
              <a:ext uri="{FF2B5EF4-FFF2-40B4-BE49-F238E27FC236}">
                <a16:creationId xmlns:a16="http://schemas.microsoft.com/office/drawing/2014/main" id="{281D7C89-8451-1944-C2B3-53AADAC99A01}"/>
              </a:ext>
              <a:ext uri="{C183D7F6-B498-43B3-948B-1728B52AA6E4}">
                <adec:decorative xmlns:adec="http://schemas.microsoft.com/office/drawing/2017/decorative" val="1"/>
              </a:ext>
            </a:extLst>
          </p:cNvPr>
          <p:cNvSpPr/>
          <p:nvPr userDrawn="1"/>
        </p:nvSpPr>
        <p:spPr>
          <a:xfrm>
            <a:off x="411678" y="422551"/>
            <a:ext cx="4223822" cy="6010146"/>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3" name="Rectangle 2">
            <a:extLst>
              <a:ext uri="{FF2B5EF4-FFF2-40B4-BE49-F238E27FC236}">
                <a16:creationId xmlns:a16="http://schemas.microsoft.com/office/drawing/2014/main" id="{D26B15EB-5194-C74B-F881-D3DCBE854272}"/>
              </a:ext>
              <a:ext uri="{C183D7F6-B498-43B3-948B-1728B52AA6E4}">
                <adec:decorative xmlns:adec="http://schemas.microsoft.com/office/drawing/2017/decorative" val="1"/>
              </a:ext>
            </a:extLst>
          </p:cNvPr>
          <p:cNvSpPr/>
          <p:nvPr userDrawn="1"/>
        </p:nvSpPr>
        <p:spPr>
          <a:xfrm>
            <a:off x="4635499" y="422551"/>
            <a:ext cx="7144823"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29935" y="924339"/>
            <a:ext cx="3990110" cy="5009322"/>
          </a:xfrm>
          <a:noFill/>
          <a:effectLst/>
        </p:spPr>
        <p:txBody>
          <a:bodyPr anchor="ctr"/>
          <a:lstStyle>
            <a:lvl1pPr algn="ctr">
              <a:defRPr sz="3600" spc="0" baseline="0">
                <a:solidFill>
                  <a:schemeClr val="accent1">
                    <a:lumMod val="50000"/>
                  </a:schemeClr>
                </a:solidFill>
                <a:effectLst/>
              </a:defRPr>
            </a:lvl1pPr>
          </a:lstStyle>
          <a:p>
            <a:r>
              <a:rPr lang="en-US" dirty="0"/>
              <a:t>Click to add title</a:t>
            </a:r>
          </a:p>
        </p:txBody>
      </p:sp>
      <p:sp>
        <p:nvSpPr>
          <p:cNvPr id="10" name="Content Placeholder 9">
            <a:extLst>
              <a:ext uri="{FF2B5EF4-FFF2-40B4-BE49-F238E27FC236}">
                <a16:creationId xmlns:a16="http://schemas.microsoft.com/office/drawing/2014/main" id="{77D6637B-A7C5-34FF-5B51-32392DAEABB2}"/>
              </a:ext>
            </a:extLst>
          </p:cNvPr>
          <p:cNvSpPr>
            <a:spLocks noGrp="1"/>
          </p:cNvSpPr>
          <p:nvPr>
            <p:ph sz="quarter" idx="10" hasCustomPrompt="1"/>
          </p:nvPr>
        </p:nvSpPr>
        <p:spPr>
          <a:xfrm>
            <a:off x="5153836" y="1371602"/>
            <a:ext cx="6177309" cy="1953489"/>
          </a:xfrm>
          <a:effectLst/>
        </p:spPr>
        <p:txBody>
          <a:bodyPr anchor="t"/>
          <a:lstStyle>
            <a:lvl1pPr marL="283464" indent="-283464">
              <a:lnSpc>
                <a:spcPct val="120000"/>
              </a:lnSpc>
              <a:spcBef>
                <a:spcPts val="0"/>
              </a:spcBef>
              <a:spcAft>
                <a:spcPts val="0"/>
              </a:spcAft>
              <a:buClr>
                <a:schemeClr val="tx1"/>
              </a:buClr>
              <a:buFont typeface="Arial" panose="020B0604020202020204" pitchFamily="34" charset="0"/>
              <a:buChar char="•"/>
              <a:defRPr/>
            </a:lvl1pPr>
            <a:lvl2pPr marL="742950" indent="-285750">
              <a:lnSpc>
                <a:spcPct val="120000"/>
              </a:lnSpc>
              <a:spcBef>
                <a:spcPts val="0"/>
              </a:spcBef>
              <a:spcAft>
                <a:spcPts val="0"/>
              </a:spcAft>
              <a:buClr>
                <a:schemeClr val="tx1"/>
              </a:buClr>
              <a:buFont typeface="Arial" panose="020B0604020202020204" pitchFamily="34" charset="0"/>
              <a:buChar char="•"/>
              <a:defRPr/>
            </a:lvl2pPr>
            <a:lvl3pPr marL="1143000" indent="-228600">
              <a:lnSpc>
                <a:spcPct val="120000"/>
              </a:lnSpc>
              <a:spcBef>
                <a:spcPts val="0"/>
              </a:spcBef>
              <a:spcAft>
                <a:spcPts val="0"/>
              </a:spcAft>
              <a:buClr>
                <a:schemeClr val="tx1"/>
              </a:buClr>
              <a:buFont typeface="Arial" panose="020B0604020202020204" pitchFamily="34" charset="0"/>
              <a:buChar char="•"/>
              <a:defRPr/>
            </a:lvl3pPr>
            <a:lvl4pPr marL="1600200" indent="-228600">
              <a:lnSpc>
                <a:spcPct val="120000"/>
              </a:lnSpc>
              <a:spcBef>
                <a:spcPts val="0"/>
              </a:spcBef>
              <a:spcAft>
                <a:spcPts val="0"/>
              </a:spcAft>
              <a:buClr>
                <a:schemeClr val="tx1"/>
              </a:buClr>
              <a:buFont typeface="Arial" panose="020B0604020202020204" pitchFamily="34" charset="0"/>
              <a:buChar char="•"/>
              <a:defRPr/>
            </a:lvl4pPr>
            <a:lvl5pPr marL="2057400" indent="-228600">
              <a:lnSpc>
                <a:spcPct val="120000"/>
              </a:lnSpc>
              <a:spcBef>
                <a:spcPts val="0"/>
              </a:spcBef>
              <a:spcAft>
                <a:spcPts val="0"/>
              </a:spcAft>
              <a:buClr>
                <a:schemeClr val="tx1"/>
              </a:buClr>
              <a:buFont typeface="Arial" panose="020B0604020202020204" pitchFamily="34" charset="0"/>
              <a:buChar char="•"/>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5" name="Straight Connector 4">
            <a:extLst>
              <a:ext uri="{FF2B5EF4-FFF2-40B4-BE49-F238E27FC236}">
                <a16:creationId xmlns:a16="http://schemas.microsoft.com/office/drawing/2014/main" id="{A087279F-936E-0F41-B533-7990D668D7CF}"/>
              </a:ext>
              <a:ext uri="{C183D7F6-B498-43B3-948B-1728B52AA6E4}">
                <adec:decorative xmlns:adec="http://schemas.microsoft.com/office/drawing/2017/decorative" val="1"/>
              </a:ext>
            </a:extLst>
          </p:cNvPr>
          <p:cNvCxnSpPr>
            <a:cxnSpLocks/>
          </p:cNvCxnSpPr>
          <p:nvPr userDrawn="1"/>
        </p:nvCxnSpPr>
        <p:spPr>
          <a:xfrm>
            <a:off x="5153836" y="3446156"/>
            <a:ext cx="6177309" cy="0"/>
          </a:xfrm>
          <a:prstGeom prst="line">
            <a:avLst/>
          </a:prstGeom>
          <a:ln w="19050">
            <a:solidFill>
              <a:schemeClr val="accent4">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6" name="Content Placeholder 9">
            <a:extLst>
              <a:ext uri="{FF2B5EF4-FFF2-40B4-BE49-F238E27FC236}">
                <a16:creationId xmlns:a16="http://schemas.microsoft.com/office/drawing/2014/main" id="{CDD03AA1-6D53-FEB1-9B22-57C1066DA336}"/>
              </a:ext>
            </a:extLst>
          </p:cNvPr>
          <p:cNvSpPr>
            <a:spLocks noGrp="1"/>
          </p:cNvSpPr>
          <p:nvPr>
            <p:ph sz="quarter" idx="11" hasCustomPrompt="1"/>
          </p:nvPr>
        </p:nvSpPr>
        <p:spPr>
          <a:xfrm>
            <a:off x="5153836" y="3745924"/>
            <a:ext cx="6177309" cy="2238918"/>
          </a:xfrm>
          <a:effectLst/>
        </p:spPr>
        <p:txBody>
          <a:bodyPr anchor="t"/>
          <a:lstStyle>
            <a:lvl1pPr marL="283464" indent="-283464">
              <a:lnSpc>
                <a:spcPct val="120000"/>
              </a:lnSpc>
              <a:spcBef>
                <a:spcPts val="0"/>
              </a:spcBef>
              <a:spcAft>
                <a:spcPts val="0"/>
              </a:spcAft>
              <a:buClr>
                <a:schemeClr val="tx1"/>
              </a:buClr>
              <a:buFont typeface="Arial" panose="020B0604020202020204" pitchFamily="34" charset="0"/>
              <a:buChar char="•"/>
              <a:defRPr/>
            </a:lvl1pPr>
            <a:lvl2pPr marL="742950" indent="-285750">
              <a:lnSpc>
                <a:spcPct val="120000"/>
              </a:lnSpc>
              <a:spcBef>
                <a:spcPts val="0"/>
              </a:spcBef>
              <a:spcAft>
                <a:spcPts val="0"/>
              </a:spcAft>
              <a:buClr>
                <a:schemeClr val="tx1"/>
              </a:buClr>
              <a:buFont typeface="Arial" panose="020B0604020202020204" pitchFamily="34" charset="0"/>
              <a:buChar char="•"/>
              <a:defRPr/>
            </a:lvl2pPr>
            <a:lvl3pPr marL="1143000" indent="-228600">
              <a:lnSpc>
                <a:spcPct val="120000"/>
              </a:lnSpc>
              <a:spcBef>
                <a:spcPts val="0"/>
              </a:spcBef>
              <a:spcAft>
                <a:spcPts val="0"/>
              </a:spcAft>
              <a:buClr>
                <a:schemeClr val="tx1"/>
              </a:buClr>
              <a:buFont typeface="Arial" panose="020B0604020202020204" pitchFamily="34" charset="0"/>
              <a:buChar char="•"/>
              <a:defRPr/>
            </a:lvl3pPr>
            <a:lvl4pPr marL="1600200" indent="-228600">
              <a:lnSpc>
                <a:spcPct val="120000"/>
              </a:lnSpc>
              <a:spcBef>
                <a:spcPts val="0"/>
              </a:spcBef>
              <a:spcAft>
                <a:spcPts val="0"/>
              </a:spcAft>
              <a:buClr>
                <a:schemeClr val="tx1"/>
              </a:buClr>
              <a:buFont typeface="Arial" panose="020B0604020202020204" pitchFamily="34" charset="0"/>
              <a:buChar char="•"/>
              <a:defRPr/>
            </a:lvl4pPr>
            <a:lvl5pPr marL="2057400" indent="-228600">
              <a:lnSpc>
                <a:spcPct val="120000"/>
              </a:lnSpc>
              <a:spcBef>
                <a:spcPts val="0"/>
              </a:spcBef>
              <a:spcAft>
                <a:spcPts val="0"/>
              </a:spcAft>
              <a:buClr>
                <a:schemeClr val="tx1"/>
              </a:buClr>
              <a:buFont typeface="Arial" panose="020B0604020202020204" pitchFamily="34" charset="0"/>
              <a:buChar char="•"/>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7693711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Quote 2">
    <p:bg>
      <p:bgPr>
        <a:solidFill>
          <a:schemeClr val="accent1">
            <a:lumMod val="50000"/>
          </a:schemeClr>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59176A3-24B8-086B-739F-2B3DCE8BE094}"/>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2666999" y="-2654300"/>
            <a:ext cx="6858000" cy="12166601"/>
          </a:xfrm>
          <a:prstGeom prst="rect">
            <a:avLst/>
          </a:prstGeom>
        </p:spPr>
      </p:pic>
      <p:sp>
        <p:nvSpPr>
          <p:cNvPr id="4" name="Rectangle 3">
            <a:extLst>
              <a:ext uri="{FF2B5EF4-FFF2-40B4-BE49-F238E27FC236}">
                <a16:creationId xmlns:a16="http://schemas.microsoft.com/office/drawing/2014/main" id="{BA96EFAA-0851-646A-8758-C20243901E54}"/>
              </a:ext>
              <a:ext uri="{C183D7F6-B498-43B3-948B-1728B52AA6E4}">
                <adec:decorative xmlns:adec="http://schemas.microsoft.com/office/drawing/2017/decorative" val="1"/>
              </a:ext>
            </a:extLst>
          </p:cNvPr>
          <p:cNvSpPr/>
          <p:nvPr userDrawn="1"/>
        </p:nvSpPr>
        <p:spPr>
          <a:xfrm>
            <a:off x="381000" y="422551"/>
            <a:ext cx="11424920"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10001" y="685800"/>
            <a:ext cx="10571998" cy="2983528"/>
          </a:xfrm>
          <a:effectLst/>
        </p:spPr>
        <p:txBody>
          <a:bodyPr/>
          <a:lstStyle>
            <a:lvl1pPr algn="ctr">
              <a:defRPr sz="3600" spc="0" baseline="0">
                <a:solidFill>
                  <a:schemeClr val="accent4">
                    <a:lumMod val="60000"/>
                    <a:lumOff val="40000"/>
                  </a:schemeClr>
                </a:solidFill>
                <a:effectLst/>
              </a:defRPr>
            </a:lvl1pPr>
          </a:lstStyle>
          <a:p>
            <a:r>
              <a:rPr lang="en-US" dirty="0"/>
              <a:t>Click to add title</a:t>
            </a:r>
          </a:p>
        </p:txBody>
      </p:sp>
    </p:spTree>
    <p:extLst>
      <p:ext uri="{BB962C8B-B14F-4D97-AF65-F5344CB8AC3E}">
        <p14:creationId xmlns:p14="http://schemas.microsoft.com/office/powerpoint/2010/main" val="40234031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Content and Table">
    <p:bg>
      <p:bgPr>
        <a:solidFill>
          <a:schemeClr val="accent1">
            <a:lumMod val="50000"/>
          </a:schemeClr>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812B799F-04B8-4A62-EB7D-F17311231B8E}"/>
              </a:ext>
              <a:ext uri="{C183D7F6-B498-43B3-948B-1728B52AA6E4}">
                <adec:decorative xmlns:adec="http://schemas.microsoft.com/office/drawing/2017/decorative" val="1"/>
              </a:ext>
            </a:extLst>
          </p:cNvPr>
          <p:cNvSpPr/>
          <p:nvPr userDrawn="1"/>
        </p:nvSpPr>
        <p:spPr>
          <a:xfrm>
            <a:off x="7556500" y="0"/>
            <a:ext cx="4635500" cy="6858000"/>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7" name="Rectangle 6">
            <a:extLst>
              <a:ext uri="{FF2B5EF4-FFF2-40B4-BE49-F238E27FC236}">
                <a16:creationId xmlns:a16="http://schemas.microsoft.com/office/drawing/2014/main" id="{08F310BE-5861-E73D-5979-D11A971516CF}"/>
              </a:ext>
              <a:ext uri="{C183D7F6-B498-43B3-948B-1728B52AA6E4}">
                <adec:decorative xmlns:adec="http://schemas.microsoft.com/office/drawing/2017/decorative" val="1"/>
              </a:ext>
            </a:extLst>
          </p:cNvPr>
          <p:cNvSpPr/>
          <p:nvPr userDrawn="1"/>
        </p:nvSpPr>
        <p:spPr>
          <a:xfrm>
            <a:off x="500270" y="487680"/>
            <a:ext cx="6482080" cy="5902960"/>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8" name="Picture 7">
            <a:extLst>
              <a:ext uri="{FF2B5EF4-FFF2-40B4-BE49-F238E27FC236}">
                <a16:creationId xmlns:a16="http://schemas.microsoft.com/office/drawing/2014/main" id="{AA12F5E6-EC22-5E10-94FB-5E546A7B9123}"/>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10800000">
            <a:off x="495630" y="477518"/>
            <a:ext cx="6482079" cy="5913121"/>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036952" y="477518"/>
            <a:ext cx="3829465" cy="2693887"/>
          </a:xfrm>
          <a:noFill/>
          <a:effectLst/>
        </p:spPr>
        <p:txBody>
          <a:bodyPr anchor="b"/>
          <a:lstStyle>
            <a:lvl1pPr algn="l">
              <a:defRPr sz="3600" spc="0" baseline="0">
                <a:solidFill>
                  <a:schemeClr val="accent1">
                    <a:lumMod val="50000"/>
                  </a:schemeClr>
                </a:solidFill>
                <a:effectLst/>
              </a:defRPr>
            </a:lvl1pPr>
          </a:lstStyle>
          <a:p>
            <a:r>
              <a:rPr lang="en-US" dirty="0"/>
              <a:t>Click to add title</a:t>
            </a:r>
          </a:p>
        </p:txBody>
      </p:sp>
      <p:sp>
        <p:nvSpPr>
          <p:cNvPr id="13" name="Table Placeholder 12">
            <a:extLst>
              <a:ext uri="{FF2B5EF4-FFF2-40B4-BE49-F238E27FC236}">
                <a16:creationId xmlns:a16="http://schemas.microsoft.com/office/drawing/2014/main" id="{14BBA88A-FAA8-CE13-2A76-BF8B014AE343}"/>
              </a:ext>
            </a:extLst>
          </p:cNvPr>
          <p:cNvSpPr>
            <a:spLocks noGrp="1"/>
          </p:cNvSpPr>
          <p:nvPr>
            <p:ph type="tbl" sz="quarter" idx="11"/>
          </p:nvPr>
        </p:nvSpPr>
        <p:spPr>
          <a:xfrm>
            <a:off x="952500" y="909638"/>
            <a:ext cx="5578475" cy="5038725"/>
          </a:xfrm>
        </p:spPr>
        <p:txBody>
          <a:bodyPr anchor="t"/>
          <a:lstStyle>
            <a:lvl1pPr marL="0" indent="0" algn="ctr">
              <a:buNone/>
              <a:defRPr/>
            </a:lvl1pPr>
          </a:lstStyle>
          <a:p>
            <a:r>
              <a:rPr lang="en-US"/>
              <a:t>Click icon to add table</a:t>
            </a:r>
            <a:endParaRPr lang="en-US" dirty="0"/>
          </a:p>
        </p:txBody>
      </p:sp>
      <p:sp>
        <p:nvSpPr>
          <p:cNvPr id="5" name="Content Placeholder 9">
            <a:extLst>
              <a:ext uri="{FF2B5EF4-FFF2-40B4-BE49-F238E27FC236}">
                <a16:creationId xmlns:a16="http://schemas.microsoft.com/office/drawing/2014/main" id="{0E96890F-0832-5087-193F-70CF33DEE0AD}"/>
              </a:ext>
            </a:extLst>
          </p:cNvPr>
          <p:cNvSpPr>
            <a:spLocks noGrp="1"/>
          </p:cNvSpPr>
          <p:nvPr>
            <p:ph sz="quarter" idx="10" hasCustomPrompt="1"/>
          </p:nvPr>
        </p:nvSpPr>
        <p:spPr>
          <a:xfrm>
            <a:off x="8036953" y="3449781"/>
            <a:ext cx="3829465" cy="2940860"/>
          </a:xfrm>
          <a:effectLst/>
        </p:spPr>
        <p:txBody>
          <a:bodyPr anchor="t"/>
          <a:lstStyle>
            <a:lvl1pPr marL="285750" indent="-28575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1pPr>
            <a:lvl2pPr marL="742950" indent="-28575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2pPr>
            <a:lvl3pPr marL="11430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3pPr>
            <a:lvl4pPr marL="16002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4pPr>
            <a:lvl5pPr marL="20574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3128186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able">
    <p:bg>
      <p:bgPr>
        <a:solidFill>
          <a:schemeClr val="accent1">
            <a:lumMod val="50000"/>
          </a:schemeClr>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59176A3-24B8-086B-739F-2B3DCE8BE094}"/>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2666999" y="-2654300"/>
            <a:ext cx="6858000" cy="12166601"/>
          </a:xfrm>
          <a:prstGeom prst="rect">
            <a:avLst/>
          </a:prstGeom>
        </p:spPr>
      </p:pic>
      <p:sp>
        <p:nvSpPr>
          <p:cNvPr id="4" name="Rectangle 3">
            <a:extLst>
              <a:ext uri="{FF2B5EF4-FFF2-40B4-BE49-F238E27FC236}">
                <a16:creationId xmlns:a16="http://schemas.microsoft.com/office/drawing/2014/main" id="{BA96EFAA-0851-646A-8758-C20243901E54}"/>
              </a:ext>
              <a:ext uri="{C183D7F6-B498-43B3-948B-1728B52AA6E4}">
                <adec:decorative xmlns:adec="http://schemas.microsoft.com/office/drawing/2017/decorative" val="1"/>
              </a:ext>
            </a:extLst>
          </p:cNvPr>
          <p:cNvSpPr/>
          <p:nvPr userDrawn="1"/>
        </p:nvSpPr>
        <p:spPr>
          <a:xfrm>
            <a:off x="381000" y="422551"/>
            <a:ext cx="11424920"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488373" y="571501"/>
            <a:ext cx="11139054" cy="1028699"/>
          </a:xfrm>
          <a:effectLst/>
        </p:spPr>
        <p:txBody>
          <a:bodyPr anchor="ctr"/>
          <a:lstStyle>
            <a:lvl1pPr algn="ctr">
              <a:defRPr sz="3600" spc="0" baseline="0">
                <a:solidFill>
                  <a:schemeClr val="tx1"/>
                </a:solidFill>
                <a:effectLst/>
              </a:defRPr>
            </a:lvl1pPr>
          </a:lstStyle>
          <a:p>
            <a:r>
              <a:rPr lang="en-US" dirty="0"/>
              <a:t>Click to add title</a:t>
            </a:r>
          </a:p>
        </p:txBody>
      </p:sp>
      <p:sp>
        <p:nvSpPr>
          <p:cNvPr id="11" name="Table Placeholder 10">
            <a:extLst>
              <a:ext uri="{FF2B5EF4-FFF2-40B4-BE49-F238E27FC236}">
                <a16:creationId xmlns:a16="http://schemas.microsoft.com/office/drawing/2014/main" id="{E10735F5-6B7D-348D-AC70-8BC10CB5F70A}"/>
              </a:ext>
            </a:extLst>
          </p:cNvPr>
          <p:cNvSpPr>
            <a:spLocks noGrp="1"/>
          </p:cNvSpPr>
          <p:nvPr>
            <p:ph type="tbl" sz="quarter" idx="10"/>
          </p:nvPr>
        </p:nvSpPr>
        <p:spPr>
          <a:xfrm>
            <a:off x="838200" y="1860550"/>
            <a:ext cx="10515600" cy="4198938"/>
          </a:xfrm>
        </p:spPr>
        <p:txBody>
          <a:bodyPr anchor="t"/>
          <a:lstStyle>
            <a:lvl1pPr marL="0" indent="0" algn="ctr">
              <a:buNone/>
              <a:defRPr/>
            </a:lvl1pPr>
          </a:lstStyle>
          <a:p>
            <a:r>
              <a:rPr lang="en-US"/>
              <a:t>Click icon to add table</a:t>
            </a:r>
            <a:endParaRPr lang="en-US" dirty="0"/>
          </a:p>
        </p:txBody>
      </p:sp>
    </p:spTree>
    <p:extLst>
      <p:ext uri="{BB962C8B-B14F-4D97-AF65-F5344CB8AC3E}">
        <p14:creationId xmlns:p14="http://schemas.microsoft.com/office/powerpoint/2010/main" val="19126347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chemeClr val="accent1">
            <a:lumMod val="50000"/>
          </a:schemeClr>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2FDAFCA1-BDD9-1108-8F95-E3FC1A7935C1}"/>
              </a:ext>
              <a:ext uri="{C183D7F6-B498-43B3-948B-1728B52AA6E4}">
                <adec:decorative xmlns:adec="http://schemas.microsoft.com/office/drawing/2017/decorative" val="1"/>
              </a:ext>
            </a:extLst>
          </p:cNvPr>
          <p:cNvGrpSpPr/>
          <p:nvPr userDrawn="1"/>
        </p:nvGrpSpPr>
        <p:grpSpPr>
          <a:xfrm rot="10800000">
            <a:off x="0" y="0"/>
            <a:ext cx="11532896" cy="6858000"/>
            <a:chOff x="659106" y="0"/>
            <a:chExt cx="11532896" cy="6858000"/>
          </a:xfrm>
        </p:grpSpPr>
        <p:sp>
          <p:nvSpPr>
            <p:cNvPr id="3" name="Rectangle 2">
              <a:extLst>
                <a:ext uri="{FF2B5EF4-FFF2-40B4-BE49-F238E27FC236}">
                  <a16:creationId xmlns:a16="http://schemas.microsoft.com/office/drawing/2014/main" id="{E4BFDB24-6BE4-2FC0-F772-DC1DE926E485}"/>
                </a:ext>
              </a:extLst>
            </p:cNvPr>
            <p:cNvSpPr/>
            <p:nvPr/>
          </p:nvSpPr>
          <p:spPr>
            <a:xfrm>
              <a:off x="5995086" y="0"/>
              <a:ext cx="6196916" cy="6858000"/>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4" name="Graphic 3">
              <a:extLst>
                <a:ext uri="{FF2B5EF4-FFF2-40B4-BE49-F238E27FC236}">
                  <a16:creationId xmlns:a16="http://schemas.microsoft.com/office/drawing/2014/main" id="{131EABEA-AB8A-5E4C-A6DD-8F32B70E90A3}"/>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1353" t="-388" r="-1" b="-254"/>
            <a:stretch/>
          </p:blipFill>
          <p:spPr>
            <a:xfrm flipH="1">
              <a:off x="659106" y="1956391"/>
              <a:ext cx="4878094" cy="2780414"/>
            </a:xfrm>
            <a:prstGeom prst="rect">
              <a:avLst/>
            </a:prstGeom>
          </p:spPr>
        </p:pic>
        <p:sp>
          <p:nvSpPr>
            <p:cNvPr id="5" name="Rectangle 4">
              <a:extLst>
                <a:ext uri="{FF2B5EF4-FFF2-40B4-BE49-F238E27FC236}">
                  <a16:creationId xmlns:a16="http://schemas.microsoft.com/office/drawing/2014/main" id="{D2279AAC-0D81-D3CD-3F0F-E8CEE0F56D43}"/>
                </a:ext>
              </a:extLst>
            </p:cNvPr>
            <p:cNvSpPr/>
            <p:nvPr/>
          </p:nvSpPr>
          <p:spPr>
            <a:xfrm>
              <a:off x="1328303" y="776532"/>
              <a:ext cx="3434316" cy="5018212"/>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gr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617542" y="132080"/>
            <a:ext cx="4928894" cy="6507711"/>
          </a:xfrm>
          <a:noFill/>
          <a:effectLst/>
        </p:spPr>
        <p:txBody>
          <a:bodyPr anchor="ctr"/>
          <a:lstStyle>
            <a:lvl1pPr algn="ctr">
              <a:defRPr sz="3600" spc="0" baseline="0">
                <a:solidFill>
                  <a:schemeClr val="accent1">
                    <a:lumMod val="50000"/>
                  </a:schemeClr>
                </a:solidFill>
                <a:effectLst/>
              </a:defRPr>
            </a:lvl1pPr>
          </a:lstStyle>
          <a:p>
            <a:r>
              <a:rPr lang="en-US" dirty="0"/>
              <a:t>Click to add title</a:t>
            </a:r>
          </a:p>
        </p:txBody>
      </p:sp>
      <p:sp>
        <p:nvSpPr>
          <p:cNvPr id="11" name="Picture Placeholder 10">
            <a:extLst>
              <a:ext uri="{FF2B5EF4-FFF2-40B4-BE49-F238E27FC236}">
                <a16:creationId xmlns:a16="http://schemas.microsoft.com/office/drawing/2014/main" id="{E0720B2D-C199-57FA-9453-DBFB607BA983}"/>
              </a:ext>
            </a:extLst>
          </p:cNvPr>
          <p:cNvSpPr>
            <a:spLocks noGrp="1"/>
          </p:cNvSpPr>
          <p:nvPr>
            <p:ph type="pic" sz="quarter" idx="10"/>
          </p:nvPr>
        </p:nvSpPr>
        <p:spPr>
          <a:xfrm>
            <a:off x="7429500" y="992188"/>
            <a:ext cx="3425825" cy="5018087"/>
          </a:xfrm>
        </p:spPr>
        <p:txBody>
          <a:bodyPr anchor="t"/>
          <a:lstStyle>
            <a:lvl1pPr marL="0" indent="0" algn="ctr">
              <a:buNone/>
              <a:defRPr/>
            </a:lvl1pPr>
          </a:lstStyle>
          <a:p>
            <a:r>
              <a:rPr lang="en-US"/>
              <a:t>Click icon to add picture</a:t>
            </a:r>
            <a:endParaRPr lang="en-US" dirty="0"/>
          </a:p>
        </p:txBody>
      </p:sp>
    </p:spTree>
    <p:extLst>
      <p:ext uri="{BB962C8B-B14F-4D97-AF65-F5344CB8AC3E}">
        <p14:creationId xmlns:p14="http://schemas.microsoft.com/office/powerpoint/2010/main" val="315985865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Two Columns">
    <p:bg>
      <p:bgPr>
        <a:solidFill>
          <a:schemeClr val="accent1">
            <a:lumMod val="50000"/>
          </a:schemeClr>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B11222B-29F6-BF2A-09DE-82F659638940}"/>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2666999" y="-2654300"/>
            <a:ext cx="6858000" cy="12166601"/>
          </a:xfrm>
          <a:prstGeom prst="rect">
            <a:avLst/>
          </a:prstGeom>
        </p:spPr>
      </p:pic>
      <p:sp>
        <p:nvSpPr>
          <p:cNvPr id="3" name="Rectangle 2">
            <a:extLst>
              <a:ext uri="{FF2B5EF4-FFF2-40B4-BE49-F238E27FC236}">
                <a16:creationId xmlns:a16="http://schemas.microsoft.com/office/drawing/2014/main" id="{B035F993-EADB-1C5A-7158-41E510B706E0}"/>
              </a:ext>
              <a:ext uri="{C183D7F6-B498-43B3-948B-1728B52AA6E4}">
                <adec:decorative xmlns:adec="http://schemas.microsoft.com/office/drawing/2017/decorative" val="1"/>
              </a:ext>
            </a:extLst>
          </p:cNvPr>
          <p:cNvSpPr/>
          <p:nvPr userDrawn="1"/>
        </p:nvSpPr>
        <p:spPr>
          <a:xfrm>
            <a:off x="381000" y="422551"/>
            <a:ext cx="11424920"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4" name="Rectangle 3">
            <a:extLst>
              <a:ext uri="{FF2B5EF4-FFF2-40B4-BE49-F238E27FC236}">
                <a16:creationId xmlns:a16="http://schemas.microsoft.com/office/drawing/2014/main" id="{AB12E34E-DBAF-BA5D-15D9-E69A05535785}"/>
              </a:ext>
              <a:ext uri="{C183D7F6-B498-43B3-948B-1728B52AA6E4}">
                <adec:decorative xmlns:adec="http://schemas.microsoft.com/office/drawing/2017/decorative" val="1"/>
              </a:ext>
            </a:extLst>
          </p:cNvPr>
          <p:cNvSpPr/>
          <p:nvPr userDrawn="1"/>
        </p:nvSpPr>
        <p:spPr>
          <a:xfrm>
            <a:off x="381000" y="1889759"/>
            <a:ext cx="11424920" cy="4542937"/>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29935" y="571499"/>
            <a:ext cx="11118274" cy="1154114"/>
          </a:xfrm>
          <a:noFill/>
          <a:effectLst/>
        </p:spPr>
        <p:txBody>
          <a:bodyPr anchor="ctr"/>
          <a:lstStyle>
            <a:lvl1pPr algn="ctr">
              <a:defRPr sz="3600" spc="0" baseline="0">
                <a:solidFill>
                  <a:schemeClr val="tx1"/>
                </a:solidFill>
                <a:effectLst/>
              </a:defRPr>
            </a:lvl1pPr>
          </a:lstStyle>
          <a:p>
            <a:r>
              <a:rPr lang="en-US" dirty="0"/>
              <a:t>Click to add title</a:t>
            </a:r>
          </a:p>
        </p:txBody>
      </p:sp>
      <p:sp>
        <p:nvSpPr>
          <p:cNvPr id="5" name="Content Placeholder 9">
            <a:extLst>
              <a:ext uri="{FF2B5EF4-FFF2-40B4-BE49-F238E27FC236}">
                <a16:creationId xmlns:a16="http://schemas.microsoft.com/office/drawing/2014/main" id="{0BF6A552-CE6A-3977-8507-74A1C4C4B5A0}"/>
              </a:ext>
            </a:extLst>
          </p:cNvPr>
          <p:cNvSpPr>
            <a:spLocks noGrp="1"/>
          </p:cNvSpPr>
          <p:nvPr>
            <p:ph sz="quarter" idx="17" hasCustomPrompt="1"/>
          </p:nvPr>
        </p:nvSpPr>
        <p:spPr>
          <a:xfrm>
            <a:off x="841667" y="2461056"/>
            <a:ext cx="3626424" cy="3721535"/>
          </a:xfrm>
          <a:effectLst/>
        </p:spPr>
        <p:txBody>
          <a:bodyPr anchor="t">
            <a:normAutofit/>
          </a:bodyPr>
          <a:lstStyle>
            <a:lvl1pPr marL="285750" indent="-285750">
              <a:lnSpc>
                <a:spcPct val="120000"/>
              </a:lnSpc>
              <a:spcBef>
                <a:spcPts val="600"/>
              </a:spcBef>
              <a:spcAft>
                <a:spcPts val="1200"/>
              </a:spcAft>
              <a:buClr>
                <a:schemeClr val="accent1">
                  <a:lumMod val="50000"/>
                </a:schemeClr>
              </a:buClr>
              <a:buFont typeface="Arial" panose="020B0604020202020204" pitchFamily="34" charset="0"/>
              <a:buChar char="•"/>
              <a:defRPr sz="1800">
                <a:solidFill>
                  <a:schemeClr val="accent1">
                    <a:lumMod val="50000"/>
                  </a:schemeClr>
                </a:solidFill>
              </a:defRPr>
            </a:lvl1pPr>
            <a:lvl2pPr marL="742950" indent="-285750">
              <a:lnSpc>
                <a:spcPct val="120000"/>
              </a:lnSpc>
              <a:spcAft>
                <a:spcPts val="1200"/>
              </a:spcAft>
              <a:buClr>
                <a:schemeClr val="accent1">
                  <a:lumMod val="50000"/>
                </a:schemeClr>
              </a:buClr>
              <a:buFont typeface="Arial" panose="020B0604020202020204" pitchFamily="34" charset="0"/>
              <a:buChar char="•"/>
              <a:defRPr sz="1600">
                <a:solidFill>
                  <a:schemeClr val="accent1">
                    <a:lumMod val="50000"/>
                  </a:schemeClr>
                </a:solidFill>
              </a:defRPr>
            </a:lvl2pPr>
            <a:lvl3pPr marL="1143000" indent="-228600">
              <a:lnSpc>
                <a:spcPct val="120000"/>
              </a:lnSpc>
              <a:spcAft>
                <a:spcPts val="1200"/>
              </a:spcAft>
              <a:buClr>
                <a:schemeClr val="accent1">
                  <a:lumMod val="50000"/>
                </a:schemeClr>
              </a:buClr>
              <a:buFont typeface="Arial" panose="020B0604020202020204" pitchFamily="34" charset="0"/>
              <a:buChar char="•"/>
              <a:defRPr sz="1400">
                <a:solidFill>
                  <a:schemeClr val="accent1">
                    <a:lumMod val="50000"/>
                  </a:schemeClr>
                </a:solidFill>
              </a:defRPr>
            </a:lvl3pPr>
            <a:lvl4pPr marL="1600200" indent="-228600">
              <a:lnSpc>
                <a:spcPct val="120000"/>
              </a:lnSpc>
              <a:spcAft>
                <a:spcPts val="1200"/>
              </a:spcAft>
              <a:buClr>
                <a:schemeClr val="accent1">
                  <a:lumMod val="50000"/>
                </a:schemeClr>
              </a:buClr>
              <a:buFont typeface="Arial" panose="020B0604020202020204" pitchFamily="34" charset="0"/>
              <a:buChar char="•"/>
              <a:defRPr sz="1200">
                <a:solidFill>
                  <a:schemeClr val="accent1">
                    <a:lumMod val="50000"/>
                  </a:schemeClr>
                </a:solidFill>
              </a:defRPr>
            </a:lvl4pPr>
            <a:lvl5pPr marL="2057400" indent="-228600">
              <a:lnSpc>
                <a:spcPct val="120000"/>
              </a:lnSpc>
              <a:spcAft>
                <a:spcPts val="1200"/>
              </a:spcAft>
              <a:buClr>
                <a:schemeClr val="accent1">
                  <a:lumMod val="50000"/>
                </a:schemeClr>
              </a:buClr>
              <a:buFont typeface="Arial" panose="020B0604020202020204" pitchFamily="34" charset="0"/>
              <a:buChar char="•"/>
              <a:defRPr sz="1200">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9">
            <a:extLst>
              <a:ext uri="{FF2B5EF4-FFF2-40B4-BE49-F238E27FC236}">
                <a16:creationId xmlns:a16="http://schemas.microsoft.com/office/drawing/2014/main" id="{4C80689F-A123-F6D7-2AA8-9166317EF424}"/>
              </a:ext>
            </a:extLst>
          </p:cNvPr>
          <p:cNvSpPr>
            <a:spLocks noGrp="1"/>
          </p:cNvSpPr>
          <p:nvPr>
            <p:ph sz="quarter" idx="18" hasCustomPrompt="1"/>
          </p:nvPr>
        </p:nvSpPr>
        <p:spPr>
          <a:xfrm>
            <a:off x="5995282" y="2440275"/>
            <a:ext cx="5164553" cy="3721534"/>
          </a:xfrm>
          <a:effectLst/>
        </p:spPr>
        <p:txBody>
          <a:bodyPr anchor="t">
            <a:normAutofit/>
          </a:bodyPr>
          <a:lstStyle>
            <a:lvl1pPr marL="342900" indent="-342900">
              <a:lnSpc>
                <a:spcPct val="120000"/>
              </a:lnSpc>
              <a:spcBef>
                <a:spcPts val="600"/>
              </a:spcBef>
              <a:spcAft>
                <a:spcPts val="600"/>
              </a:spcAft>
              <a:buClr>
                <a:schemeClr val="accent1">
                  <a:lumMod val="50000"/>
                </a:schemeClr>
              </a:buClr>
              <a:buFont typeface="+mj-lt"/>
              <a:buAutoNum type="arabicPeriod"/>
              <a:defRPr sz="1800" b="1">
                <a:solidFill>
                  <a:schemeClr val="accent1">
                    <a:lumMod val="50000"/>
                  </a:schemeClr>
                </a:solidFill>
              </a:defRPr>
            </a:lvl1pPr>
            <a:lvl2pPr marL="347472" indent="0">
              <a:lnSpc>
                <a:spcPct val="120000"/>
              </a:lnSpc>
              <a:spcBef>
                <a:spcPts val="0"/>
              </a:spcBef>
              <a:spcAft>
                <a:spcPts val="600"/>
              </a:spcAft>
              <a:buClr>
                <a:schemeClr val="accent1">
                  <a:lumMod val="50000"/>
                </a:schemeClr>
              </a:buClr>
              <a:buNone/>
              <a:defRPr sz="1800">
                <a:solidFill>
                  <a:schemeClr val="accent1">
                    <a:lumMod val="50000"/>
                  </a:schemeClr>
                </a:solidFill>
              </a:defRPr>
            </a:lvl2pPr>
            <a:lvl3pPr marL="914400" indent="0">
              <a:lnSpc>
                <a:spcPct val="120000"/>
              </a:lnSpc>
              <a:spcAft>
                <a:spcPts val="600"/>
              </a:spcAft>
              <a:buClr>
                <a:schemeClr val="accent1">
                  <a:lumMod val="50000"/>
                </a:schemeClr>
              </a:buClr>
              <a:buNone/>
              <a:defRPr sz="1800">
                <a:solidFill>
                  <a:schemeClr val="accent1">
                    <a:lumMod val="50000"/>
                  </a:schemeClr>
                </a:solidFill>
              </a:defRPr>
            </a:lvl3pPr>
            <a:lvl4pPr marL="1371600" indent="0">
              <a:lnSpc>
                <a:spcPct val="120000"/>
              </a:lnSpc>
              <a:spcAft>
                <a:spcPts val="600"/>
              </a:spcAft>
              <a:buClr>
                <a:schemeClr val="accent1">
                  <a:lumMod val="50000"/>
                </a:schemeClr>
              </a:buClr>
              <a:buNone/>
              <a:defRPr sz="1800">
                <a:solidFill>
                  <a:schemeClr val="accent1">
                    <a:lumMod val="50000"/>
                  </a:schemeClr>
                </a:solidFill>
              </a:defRPr>
            </a:lvl4pPr>
            <a:lvl5pPr marL="1828800" indent="0">
              <a:lnSpc>
                <a:spcPct val="120000"/>
              </a:lnSpc>
              <a:spcAft>
                <a:spcPts val="600"/>
              </a:spcAft>
              <a:buClr>
                <a:schemeClr val="accent1">
                  <a:lumMod val="50000"/>
                </a:schemeClr>
              </a:buClr>
              <a:buNone/>
              <a:defRPr sz="1800">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6182021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losing ">
    <p:bg>
      <p:bgPr>
        <a:solidFill>
          <a:schemeClr val="accent1">
            <a:lumMod val="50000"/>
          </a:schemeClr>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AF4DCF8-BA15-AB79-2D14-040F5A063B79}"/>
              </a:ext>
              <a:ext uri="{C183D7F6-B498-43B3-948B-1728B52AA6E4}">
                <adec:decorative xmlns:adec="http://schemas.microsoft.com/office/drawing/2017/decorative" val="1"/>
              </a:ext>
            </a:extLst>
          </p:cNvPr>
          <p:cNvSpPr/>
          <p:nvPr userDrawn="1"/>
        </p:nvSpPr>
        <p:spPr>
          <a:xfrm>
            <a:off x="435935" y="414670"/>
            <a:ext cx="11320130" cy="6018027"/>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6" name="Picture 5">
            <a:extLst>
              <a:ext uri="{FF2B5EF4-FFF2-40B4-BE49-F238E27FC236}">
                <a16:creationId xmlns:a16="http://schemas.microsoft.com/office/drawing/2014/main" id="{5ED22DD7-291D-E347-8A4C-07E31E681333}"/>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3092299" y="-2231063"/>
            <a:ext cx="6007395" cy="11320129"/>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770660" y="1017858"/>
            <a:ext cx="10650681" cy="2719255"/>
          </a:xfrm>
          <a:noFill/>
          <a:effectLst/>
        </p:spPr>
        <p:txBody>
          <a:bodyPr anchor="b"/>
          <a:lstStyle>
            <a:lvl1pPr algn="ctr">
              <a:defRPr sz="7200" spc="-300" baseline="0">
                <a:solidFill>
                  <a:schemeClr val="accent4">
                    <a:lumMod val="60000"/>
                    <a:lumOff val="40000"/>
                  </a:schemeClr>
                </a:solidFill>
                <a:effectLst/>
              </a:defRPr>
            </a:lvl1pPr>
          </a:lstStyle>
          <a:p>
            <a:r>
              <a:rPr lang="en-US" dirty="0"/>
              <a:t>Click to add title</a:t>
            </a:r>
          </a:p>
        </p:txBody>
      </p:sp>
      <p:sp>
        <p:nvSpPr>
          <p:cNvPr id="7" name="Text Placeholder 6">
            <a:extLst>
              <a:ext uri="{FF2B5EF4-FFF2-40B4-BE49-F238E27FC236}">
                <a16:creationId xmlns:a16="http://schemas.microsoft.com/office/drawing/2014/main" id="{5D0FE23B-34E3-BAAF-E01D-BE221B4A94EF}"/>
              </a:ext>
            </a:extLst>
          </p:cNvPr>
          <p:cNvSpPr>
            <a:spLocks noGrp="1"/>
          </p:cNvSpPr>
          <p:nvPr>
            <p:ph type="body" sz="quarter" idx="14" hasCustomPrompt="1"/>
          </p:nvPr>
        </p:nvSpPr>
        <p:spPr>
          <a:xfrm>
            <a:off x="770660" y="4042066"/>
            <a:ext cx="10650681" cy="2296843"/>
          </a:xfrm>
          <a:effectLst/>
        </p:spPr>
        <p:txBody>
          <a:bodyPr anchor="t"/>
          <a:lstStyle>
            <a:lvl1pPr marL="0" indent="0" algn="ctr">
              <a:lnSpc>
                <a:spcPct val="120000"/>
              </a:lnSpc>
              <a:spcBef>
                <a:spcPts val="0"/>
              </a:spcBef>
              <a:spcAft>
                <a:spcPts val="0"/>
              </a:spcAft>
              <a:buNone/>
              <a:defRPr>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text</a:t>
            </a:r>
          </a:p>
        </p:txBody>
      </p:sp>
    </p:spTree>
    <p:extLst>
      <p:ext uri="{BB962C8B-B14F-4D97-AF65-F5344CB8AC3E}">
        <p14:creationId xmlns:p14="http://schemas.microsoft.com/office/powerpoint/2010/main" val="32725080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lumMod val="50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0000" y="447188"/>
            <a:ext cx="10571998" cy="970450"/>
          </a:xfrm>
          <a:prstGeom prst="rect">
            <a:avLst/>
          </a:prstGeom>
          <a:effectLst/>
        </p:spPr>
        <p:txBody>
          <a:bodyPr vert="horz" lIns="91440" tIns="45720" rIns="91440" bIns="45720" rtlCol="0" anchor="b">
            <a:noAutofit/>
          </a:bodyPr>
          <a:lstStyle/>
          <a:p>
            <a:r>
              <a:rPr lang="en-US"/>
              <a:t>Click to edit Master title style</a:t>
            </a:r>
            <a:endParaRPr lang="en-US" dirty="0"/>
          </a:p>
        </p:txBody>
      </p:sp>
      <p:sp>
        <p:nvSpPr>
          <p:cNvPr id="3" name="Text Placeholder 2"/>
          <p:cNvSpPr>
            <a:spLocks noGrp="1"/>
          </p:cNvSpPr>
          <p:nvPr>
            <p:ph type="body" idx="1"/>
          </p:nvPr>
        </p:nvSpPr>
        <p:spPr>
          <a:xfrm>
            <a:off x="810000" y="2184401"/>
            <a:ext cx="10563285" cy="3674397"/>
          </a:xfrm>
          <a:prstGeom prst="rect">
            <a:avLst/>
          </a:prstGeom>
          <a:effectLst/>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3"/>
          </p:nvPr>
        </p:nvSpPr>
        <p:spPr>
          <a:xfrm>
            <a:off x="451514" y="6041362"/>
            <a:ext cx="8644320" cy="365125"/>
          </a:xfrm>
          <a:prstGeom prst="rect">
            <a:avLst/>
          </a:prstGeom>
        </p:spPr>
        <p:txBody>
          <a:bodyPr vert="horz" lIns="91440" tIns="45720" rIns="91440" bIns="45720" rtlCol="0" anchor="b"/>
          <a:lstStyle>
            <a:lvl1pPr algn="l">
              <a:defRPr sz="900">
                <a:solidFill>
                  <a:schemeClr val="tx1"/>
                </a:solidFill>
              </a:defRPr>
            </a:lvl1pPr>
          </a:lstStyle>
          <a:p>
            <a:endParaRPr lang="en-US" dirty="0"/>
          </a:p>
        </p:txBody>
      </p:sp>
      <p:sp>
        <p:nvSpPr>
          <p:cNvPr id="4" name="Date Placeholder 3"/>
          <p:cNvSpPr>
            <a:spLocks noGrp="1"/>
          </p:cNvSpPr>
          <p:nvPr>
            <p:ph type="dt" sz="half" idx="2"/>
          </p:nvPr>
        </p:nvSpPr>
        <p:spPr>
          <a:xfrm>
            <a:off x="9334626" y="6041362"/>
            <a:ext cx="1343706" cy="365125"/>
          </a:xfrm>
          <a:prstGeom prst="rect">
            <a:avLst/>
          </a:prstGeom>
        </p:spPr>
        <p:txBody>
          <a:bodyPr vert="horz" lIns="91440" tIns="45720" rIns="91440" bIns="45720" rtlCol="0" anchor="b"/>
          <a:lstStyle>
            <a:lvl1pPr algn="r">
              <a:defRPr sz="900">
                <a:solidFill>
                  <a:schemeClr val="tx1"/>
                </a:solidFill>
              </a:defRPr>
            </a:lvl1pPr>
          </a:lstStyle>
          <a:p>
            <a:fld id="{86F7BD38-A805-4B2C-9BDF-D56E94387879}" type="datetime1">
              <a:rPr lang="en-US" smtClean="0"/>
              <a:t>10/18/2026</a:t>
            </a:fld>
            <a:endParaRPr lang="en-US" dirty="0"/>
          </a:p>
        </p:txBody>
      </p:sp>
      <p:sp>
        <p:nvSpPr>
          <p:cNvPr id="6" name="Slide Number Placeholder 5"/>
          <p:cNvSpPr>
            <a:spLocks noGrp="1"/>
          </p:cNvSpPr>
          <p:nvPr>
            <p:ph type="sldNum" sz="quarter" idx="4"/>
          </p:nvPr>
        </p:nvSpPr>
        <p:spPr>
          <a:xfrm>
            <a:off x="10678331" y="5915888"/>
            <a:ext cx="1062155" cy="490599"/>
          </a:xfrm>
          <a:prstGeom prst="rect">
            <a:avLst/>
          </a:prstGeom>
        </p:spPr>
        <p:txBody>
          <a:bodyPr vert="horz" lIns="91440" tIns="45720" rIns="91440" bIns="10800" rtlCol="0" anchor="b"/>
          <a:lstStyle>
            <a:lvl1pPr algn="r">
              <a:defRPr sz="2000">
                <a:solidFill>
                  <a:schemeClr val="tx1"/>
                </a:solidFill>
              </a:defRPr>
            </a:lvl1pPr>
          </a:lstStyle>
          <a:p>
            <a:fld id="{D57F1E4F-1CFF-5643-939E-217C01CDF565}" type="slidenum">
              <a:rPr lang="en-US" smtClean="0"/>
              <a:pPr/>
              <a:t>‹#›</a:t>
            </a:fld>
            <a:endParaRPr lang="en-US" dirty="0"/>
          </a:p>
        </p:txBody>
      </p:sp>
    </p:spTree>
  </p:cSld>
  <p:clrMap bg1="dk1" tx1="lt1" bg2="dk2" tx2="lt2" accent1="accent1" accent2="accent2" accent3="accent3" accent4="accent4" accent5="accent5" accent6="accent6" hlink="hlink" folHlink="folHlink"/>
  <p:sldLayoutIdLst>
    <p:sldLayoutId id="2147483686" r:id="rId1"/>
    <p:sldLayoutId id="2147483668" r:id="rId2"/>
    <p:sldLayoutId id="2147483669" r:id="rId3"/>
    <p:sldLayoutId id="2147483684" r:id="rId4"/>
    <p:sldLayoutId id="2147483672" r:id="rId5"/>
    <p:sldLayoutId id="2147483687" r:id="rId6"/>
    <p:sldLayoutId id="2147483671" r:id="rId7"/>
    <p:sldLayoutId id="2147483688" r:id="rId8"/>
    <p:sldLayoutId id="2147483689" r:id="rId9"/>
    <p:sldLayoutId id="2147483690" r:id="rId10"/>
    <p:sldLayoutId id="2147483691" r:id="rId11"/>
    <p:sldLayoutId id="2147483692" r:id="rId12"/>
    <p:sldLayoutId id="2147483693" r:id="rId13"/>
    <p:sldLayoutId id="2147483685" r:id="rId14"/>
  </p:sldLayoutIdLst>
  <p:hf sldNum="0" hdr="0" ftr="0" dt="0"/>
  <p:txStyles>
    <p:titleStyle>
      <a:lvl1pPr algn="l" defTabSz="457200" rtl="0" eaLnBrk="1" latinLnBrk="0" hangingPunct="1">
        <a:spcBef>
          <a:spcPct val="0"/>
        </a:spcBef>
        <a:buNone/>
        <a:defRPr sz="4000" b="1" kern="1200" baseline="0">
          <a:ln>
            <a:noFill/>
          </a:ln>
          <a:solidFill>
            <a:srgbClr val="FEFEFE"/>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ct val="20000"/>
        </a:spcBef>
        <a:spcAft>
          <a:spcPts val="600"/>
        </a:spcAft>
        <a:buClr>
          <a:schemeClr val="tx1"/>
        </a:buClr>
        <a:buFont typeface="Arial" panose="020B0604020202020204" pitchFamily="34" charset="0"/>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tx1"/>
        </a:buClr>
        <a:buFont typeface="Arial" panose="020B0604020202020204" pitchFamily="34" charset="0"/>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tx1"/>
        </a:buClr>
        <a:buFont typeface="Arial" panose="020B0604020202020204" pitchFamily="34" charset="0"/>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tx1"/>
        </a:buClr>
        <a:buFont typeface="Arial" panose="020B0604020202020204" pitchFamily="34" charset="0"/>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tx1"/>
        </a:buClr>
        <a:buFont typeface="Arial" panose="020B0604020202020204" pitchFamily="34" charset="0"/>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762A4-2E4B-23FB-9F8B-D54C0F90A08A}"/>
              </a:ext>
            </a:extLst>
          </p:cNvPr>
          <p:cNvSpPr>
            <a:spLocks noGrp="1"/>
          </p:cNvSpPr>
          <p:nvPr>
            <p:ph type="title"/>
          </p:nvPr>
        </p:nvSpPr>
        <p:spPr>
          <a:xfrm>
            <a:off x="810001" y="633046"/>
            <a:ext cx="10571998" cy="3366198"/>
          </a:xfrm>
        </p:spPr>
        <p:txBody>
          <a:bodyPr/>
          <a:lstStyle/>
          <a:p>
            <a:pPr lvl="0"/>
            <a:r>
              <a:rPr lang="en-US" noProof="0" dirty="0"/>
              <a:t>How AI Coding Assistants Are Changing Software Development</a:t>
            </a:r>
          </a:p>
        </p:txBody>
      </p:sp>
      <p:sp>
        <p:nvSpPr>
          <p:cNvPr id="3" name="TextBox 2">
            <a:extLst>
              <a:ext uri="{FF2B5EF4-FFF2-40B4-BE49-F238E27FC236}">
                <a16:creationId xmlns:a16="http://schemas.microsoft.com/office/drawing/2014/main" id="{53A4BD91-1EE0-B3BB-22BE-E37AEDD945C0}"/>
              </a:ext>
            </a:extLst>
          </p:cNvPr>
          <p:cNvSpPr txBox="1"/>
          <p:nvPr/>
        </p:nvSpPr>
        <p:spPr>
          <a:xfrm>
            <a:off x="1022555" y="4346052"/>
            <a:ext cx="7058343" cy="707886"/>
          </a:xfrm>
          <a:prstGeom prst="rect">
            <a:avLst/>
          </a:prstGeom>
          <a:noFill/>
        </p:spPr>
        <p:txBody>
          <a:bodyPr wrap="none" rtlCol="0">
            <a:spAutoFit/>
          </a:bodyPr>
          <a:lstStyle/>
          <a:p>
            <a:r>
              <a:rPr lang="en-CA" sz="4000" b="1" dirty="0"/>
              <a:t>CEP146 Project Presentation</a:t>
            </a:r>
          </a:p>
        </p:txBody>
      </p:sp>
      <p:sp>
        <p:nvSpPr>
          <p:cNvPr id="4" name="TextBox 3">
            <a:extLst>
              <a:ext uri="{FF2B5EF4-FFF2-40B4-BE49-F238E27FC236}">
                <a16:creationId xmlns:a16="http://schemas.microsoft.com/office/drawing/2014/main" id="{93F5D983-C4A5-FA38-D8B6-DE77235EAAA9}"/>
              </a:ext>
            </a:extLst>
          </p:cNvPr>
          <p:cNvSpPr txBox="1"/>
          <p:nvPr/>
        </p:nvSpPr>
        <p:spPr>
          <a:xfrm>
            <a:off x="1022555" y="5578623"/>
            <a:ext cx="2513830" cy="646331"/>
          </a:xfrm>
          <a:prstGeom prst="rect">
            <a:avLst/>
          </a:prstGeom>
          <a:noFill/>
        </p:spPr>
        <p:txBody>
          <a:bodyPr wrap="none" rtlCol="0">
            <a:spAutoFit/>
          </a:bodyPr>
          <a:lstStyle/>
          <a:p>
            <a:r>
              <a:rPr lang="en-CA" dirty="0"/>
              <a:t>Mohamed Ali </a:t>
            </a:r>
            <a:br>
              <a:rPr lang="en-CA" dirty="0"/>
            </a:br>
            <a:r>
              <a:rPr lang="en-CA" dirty="0"/>
              <a:t>Sheharyar Humayun</a:t>
            </a:r>
          </a:p>
        </p:txBody>
      </p:sp>
    </p:spTree>
    <p:extLst>
      <p:ext uri="{BB962C8B-B14F-4D97-AF65-F5344CB8AC3E}">
        <p14:creationId xmlns:p14="http://schemas.microsoft.com/office/powerpoint/2010/main" val="4318358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B7740-ED88-9F6A-89FF-4B0DFAAC36EA}"/>
              </a:ext>
            </a:extLst>
          </p:cNvPr>
          <p:cNvSpPr>
            <a:spLocks noGrp="1"/>
          </p:cNvSpPr>
          <p:nvPr>
            <p:ph type="title"/>
          </p:nvPr>
        </p:nvSpPr>
        <p:spPr>
          <a:xfrm>
            <a:off x="944217" y="924167"/>
            <a:ext cx="4383156" cy="5009322"/>
          </a:xfrm>
        </p:spPr>
        <p:txBody>
          <a:bodyPr/>
          <a:lstStyle/>
          <a:p>
            <a:r>
              <a:rPr lang="en-US" dirty="0"/>
              <a:t>What Are AI Coding Assistants?</a:t>
            </a:r>
          </a:p>
        </p:txBody>
      </p:sp>
      <p:sp>
        <p:nvSpPr>
          <p:cNvPr id="3" name="Text Placeholder 2">
            <a:extLst>
              <a:ext uri="{FF2B5EF4-FFF2-40B4-BE49-F238E27FC236}">
                <a16:creationId xmlns:a16="http://schemas.microsoft.com/office/drawing/2014/main" id="{39A25282-EE8D-71BA-6317-EECFE33238DC}"/>
              </a:ext>
            </a:extLst>
          </p:cNvPr>
          <p:cNvSpPr>
            <a:spLocks noGrp="1"/>
          </p:cNvSpPr>
          <p:nvPr>
            <p:ph type="body" sz="quarter" idx="14"/>
          </p:nvPr>
        </p:nvSpPr>
        <p:spPr>
          <a:xfrm>
            <a:off x="6400800" y="924512"/>
            <a:ext cx="4750904" cy="5008977"/>
          </a:xfrm>
        </p:spPr>
        <p:txBody>
          <a:bodyPr>
            <a:normAutofit/>
          </a:bodyPr>
          <a:lstStyle/>
          <a:p>
            <a:pPr marL="285750" lvl="0" indent="-285750">
              <a:buFont typeface="Arial" panose="020B0604020202020204" pitchFamily="34" charset="0"/>
              <a:buChar char="•"/>
            </a:pPr>
            <a:r>
              <a:rPr lang="en-CA" sz="2800" dirty="0"/>
              <a:t>AI tools that help developers write and understand code</a:t>
            </a:r>
          </a:p>
          <a:p>
            <a:pPr marL="285750" lvl="0" indent="-285750">
              <a:buFont typeface="Arial" panose="020B0604020202020204" pitchFamily="34" charset="0"/>
              <a:buChar char="•"/>
            </a:pPr>
            <a:r>
              <a:rPr lang="en-CA" sz="2800" dirty="0"/>
              <a:t>Can suggest code, explain functions, and help with debugging</a:t>
            </a:r>
          </a:p>
          <a:p>
            <a:pPr marL="285750" lvl="0" indent="-285750">
              <a:buFont typeface="Arial" panose="020B0604020202020204" pitchFamily="34" charset="0"/>
              <a:buChar char="•"/>
            </a:pPr>
            <a:r>
              <a:rPr lang="en-CA" sz="2800" dirty="0"/>
              <a:t>Examples: GitHub Copilot, ChatGPT, Amazon CodeWhisperer</a:t>
            </a:r>
          </a:p>
        </p:txBody>
      </p:sp>
    </p:spTree>
    <p:extLst>
      <p:ext uri="{BB962C8B-B14F-4D97-AF65-F5344CB8AC3E}">
        <p14:creationId xmlns:p14="http://schemas.microsoft.com/office/powerpoint/2010/main" val="9099247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8ECDD0-17F6-3312-AE6D-F7EB95E46C02}"/>
              </a:ext>
            </a:extLst>
          </p:cNvPr>
          <p:cNvSpPr>
            <a:spLocks noGrp="1"/>
          </p:cNvSpPr>
          <p:nvPr>
            <p:ph type="title"/>
          </p:nvPr>
        </p:nvSpPr>
        <p:spPr>
          <a:xfrm>
            <a:off x="550717" y="924339"/>
            <a:ext cx="3990110" cy="5009322"/>
          </a:xfrm>
        </p:spPr>
        <p:txBody>
          <a:bodyPr/>
          <a:lstStyle/>
          <a:p>
            <a:r>
              <a:rPr lang="en-CA" dirty="0"/>
              <a:t>Benefits for Developers</a:t>
            </a:r>
          </a:p>
        </p:txBody>
      </p:sp>
      <p:sp>
        <p:nvSpPr>
          <p:cNvPr id="3" name="Content Placeholder 2">
            <a:extLst>
              <a:ext uri="{FF2B5EF4-FFF2-40B4-BE49-F238E27FC236}">
                <a16:creationId xmlns:a16="http://schemas.microsoft.com/office/drawing/2014/main" id="{EB336AA5-9DDA-DA9A-5469-6885A5A84D1D}"/>
              </a:ext>
            </a:extLst>
          </p:cNvPr>
          <p:cNvSpPr>
            <a:spLocks noGrp="1"/>
          </p:cNvSpPr>
          <p:nvPr>
            <p:ph sz="quarter" idx="10"/>
          </p:nvPr>
        </p:nvSpPr>
        <p:spPr>
          <a:xfrm>
            <a:off x="5346793" y="924340"/>
            <a:ext cx="5684373" cy="5009322"/>
          </a:xfrm>
        </p:spPr>
        <p:txBody>
          <a:bodyPr>
            <a:normAutofit/>
          </a:bodyPr>
          <a:lstStyle/>
          <a:p>
            <a:pPr marL="342900" lvl="0" indent="-342900">
              <a:buFont typeface="Arial" panose="020B0604020202020204" pitchFamily="34" charset="0"/>
              <a:buChar char="•"/>
            </a:pPr>
            <a:r>
              <a:rPr lang="en-CA" sz="2800" dirty="0"/>
              <a:t>Speeds up repetitive coding tasks</a:t>
            </a:r>
          </a:p>
          <a:p>
            <a:pPr marL="342900" lvl="0" indent="-342900">
              <a:buFont typeface="Arial" panose="020B0604020202020204" pitchFamily="34" charset="0"/>
              <a:buChar char="•"/>
            </a:pPr>
            <a:r>
              <a:rPr lang="en-CA" sz="2800" dirty="0"/>
              <a:t>Helps explain unfamiliar code</a:t>
            </a:r>
          </a:p>
          <a:p>
            <a:pPr marL="342900" lvl="0" indent="-342900">
              <a:buFont typeface="Arial" panose="020B0604020202020204" pitchFamily="34" charset="0"/>
              <a:buChar char="•"/>
            </a:pPr>
            <a:r>
              <a:rPr lang="en-CA" sz="2800" dirty="0"/>
              <a:t>Can generate tests and documentation</a:t>
            </a:r>
          </a:p>
        </p:txBody>
      </p:sp>
      <p:sp>
        <p:nvSpPr>
          <p:cNvPr id="4" name="Content Placeholder 2">
            <a:extLst>
              <a:ext uri="{FF2B5EF4-FFF2-40B4-BE49-F238E27FC236}">
                <a16:creationId xmlns:a16="http://schemas.microsoft.com/office/drawing/2014/main" id="{FC0D7D3D-B658-B606-88AA-1FBA92636927}"/>
              </a:ext>
            </a:extLst>
          </p:cNvPr>
          <p:cNvSpPr txBox="1">
            <a:spLocks/>
          </p:cNvSpPr>
          <p:nvPr/>
        </p:nvSpPr>
        <p:spPr>
          <a:xfrm>
            <a:off x="1160834" y="3790443"/>
            <a:ext cx="2978547" cy="1558305"/>
          </a:xfrm>
          <a:prstGeom prst="rect">
            <a:avLst/>
          </a:prstGeom>
          <a:effectLst/>
        </p:spPr>
        <p:txBody>
          <a:bodyPr vert="horz" lIns="0" tIns="45720" rIns="0" bIns="45720" rtlCol="0" anchor="ctr">
            <a:normAutofit fontScale="77500" lnSpcReduction="20000"/>
          </a:bodyPr>
          <a:lstStyle>
            <a:lvl1pPr marL="0" indent="0" algn="l" defTabSz="457200" rtl="0" eaLnBrk="1" latinLnBrk="0" hangingPunct="1">
              <a:lnSpc>
                <a:spcPct val="150000"/>
              </a:lnSpc>
              <a:spcBef>
                <a:spcPts val="0"/>
              </a:spcBef>
              <a:spcAft>
                <a:spcPts val="0"/>
              </a:spcAft>
              <a:buClr>
                <a:schemeClr val="accent1">
                  <a:lumMod val="50000"/>
                </a:schemeClr>
              </a:buClr>
              <a:buFont typeface="Arial" panose="020B0604020202020204" pitchFamily="34" charset="0"/>
              <a:buNone/>
              <a:defRPr sz="1800" kern="1200">
                <a:ln>
                  <a:noFill/>
                </a:ln>
                <a:solidFill>
                  <a:schemeClr val="accent1">
                    <a:lumMod val="50000"/>
                  </a:schemeClr>
                </a:solidFill>
                <a:effectLst/>
                <a:latin typeface="+mn-lt"/>
                <a:ea typeface="+mn-ea"/>
                <a:cs typeface="+mn-cs"/>
              </a:defRPr>
            </a:lvl1pPr>
            <a:lvl2pPr marL="457200" indent="0" algn="l" defTabSz="457200" rtl="0" eaLnBrk="1" latinLnBrk="0" hangingPunct="1">
              <a:lnSpc>
                <a:spcPct val="150000"/>
              </a:lnSpc>
              <a:spcBef>
                <a:spcPct val="20000"/>
              </a:spcBef>
              <a:spcAft>
                <a:spcPts val="0"/>
              </a:spcAft>
              <a:buClr>
                <a:schemeClr val="accent1">
                  <a:lumMod val="50000"/>
                </a:schemeClr>
              </a:buClr>
              <a:buFont typeface="Arial" panose="020B0604020202020204" pitchFamily="34" charset="0"/>
              <a:buNone/>
              <a:defRPr sz="1600" kern="1200">
                <a:ln>
                  <a:noFill/>
                </a:ln>
                <a:solidFill>
                  <a:schemeClr val="accent1">
                    <a:lumMod val="50000"/>
                  </a:schemeClr>
                </a:solidFill>
                <a:effectLst/>
                <a:latin typeface="+mn-lt"/>
                <a:ea typeface="+mn-ea"/>
                <a:cs typeface="+mn-cs"/>
              </a:defRPr>
            </a:lvl2pPr>
            <a:lvl3pPr marL="914400" indent="0" algn="l" defTabSz="457200" rtl="0" eaLnBrk="1" latinLnBrk="0" hangingPunct="1">
              <a:lnSpc>
                <a:spcPct val="150000"/>
              </a:lnSpc>
              <a:spcBef>
                <a:spcPct val="20000"/>
              </a:spcBef>
              <a:spcAft>
                <a:spcPts val="0"/>
              </a:spcAft>
              <a:buClr>
                <a:schemeClr val="accent1">
                  <a:lumMod val="50000"/>
                </a:schemeClr>
              </a:buClr>
              <a:buFont typeface="Arial" panose="020B0604020202020204" pitchFamily="34" charset="0"/>
              <a:buNone/>
              <a:defRPr sz="1400" kern="1200">
                <a:ln>
                  <a:noFill/>
                </a:ln>
                <a:solidFill>
                  <a:schemeClr val="accent1">
                    <a:lumMod val="50000"/>
                  </a:schemeClr>
                </a:solidFill>
                <a:effectLst/>
                <a:latin typeface="+mn-lt"/>
                <a:ea typeface="+mn-ea"/>
                <a:cs typeface="+mn-cs"/>
              </a:defRPr>
            </a:lvl3pPr>
            <a:lvl4pPr marL="1371600" indent="0" algn="l" defTabSz="457200" rtl="0" eaLnBrk="1" latinLnBrk="0" hangingPunct="1">
              <a:lnSpc>
                <a:spcPct val="150000"/>
              </a:lnSpc>
              <a:spcBef>
                <a:spcPct val="20000"/>
              </a:spcBef>
              <a:spcAft>
                <a:spcPts val="0"/>
              </a:spcAft>
              <a:buClr>
                <a:schemeClr val="accent1">
                  <a:lumMod val="50000"/>
                </a:schemeClr>
              </a:buClr>
              <a:buFont typeface="Arial" panose="020B0604020202020204" pitchFamily="34" charset="0"/>
              <a:buNone/>
              <a:defRPr sz="1200" kern="1200">
                <a:ln>
                  <a:noFill/>
                </a:ln>
                <a:solidFill>
                  <a:schemeClr val="accent1">
                    <a:lumMod val="50000"/>
                  </a:schemeClr>
                </a:solidFill>
                <a:effectLst/>
                <a:latin typeface="+mn-lt"/>
                <a:ea typeface="+mn-ea"/>
                <a:cs typeface="+mn-cs"/>
              </a:defRPr>
            </a:lvl4pPr>
            <a:lvl5pPr marL="1828800" indent="0" algn="l" defTabSz="457200" rtl="0" eaLnBrk="1" latinLnBrk="0" hangingPunct="1">
              <a:lnSpc>
                <a:spcPct val="150000"/>
              </a:lnSpc>
              <a:spcBef>
                <a:spcPct val="20000"/>
              </a:spcBef>
              <a:spcAft>
                <a:spcPts val="0"/>
              </a:spcAft>
              <a:buClr>
                <a:schemeClr val="accent1">
                  <a:lumMod val="50000"/>
                </a:schemeClr>
              </a:buClr>
              <a:buFont typeface="Arial" panose="020B0604020202020204" pitchFamily="34" charset="0"/>
              <a:buNone/>
              <a:defRPr sz="1200" kern="1200">
                <a:ln>
                  <a:noFill/>
                </a:ln>
                <a:solidFill>
                  <a:schemeClr val="accent1">
                    <a:lumMod val="50000"/>
                  </a:schemeClr>
                </a:solidFill>
                <a:effectLst/>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a:lstStyle>
          <a:p>
            <a:pPr algn="ctr">
              <a:buNone/>
            </a:pPr>
            <a:r>
              <a:rPr lang="en-CA" sz="2800" dirty="0">
                <a:solidFill>
                  <a:schemeClr val="tx1"/>
                </a:solidFill>
                <a:latin typeface="Courier New" panose="02070309020205020404" pitchFamily="49" charset="0"/>
              </a:rPr>
              <a:t>How can AI improve developer productivity?</a:t>
            </a:r>
            <a:endParaRPr lang="en-CA" sz="2800" dirty="0">
              <a:solidFill>
                <a:schemeClr val="tx1"/>
              </a:solidFill>
            </a:endParaRPr>
          </a:p>
        </p:txBody>
      </p:sp>
    </p:spTree>
    <p:extLst>
      <p:ext uri="{BB962C8B-B14F-4D97-AF65-F5344CB8AC3E}">
        <p14:creationId xmlns:p14="http://schemas.microsoft.com/office/powerpoint/2010/main" val="9590765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D15481-5485-787B-AC00-D680332454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5AD257-67A9-A081-D0B3-C7A6E0B4E92E}"/>
              </a:ext>
            </a:extLst>
          </p:cNvPr>
          <p:cNvSpPr>
            <a:spLocks noGrp="1"/>
          </p:cNvSpPr>
          <p:nvPr>
            <p:ph type="title"/>
          </p:nvPr>
        </p:nvSpPr>
        <p:spPr>
          <a:xfrm>
            <a:off x="944217" y="924167"/>
            <a:ext cx="4383156" cy="5009322"/>
          </a:xfrm>
        </p:spPr>
        <p:txBody>
          <a:bodyPr/>
          <a:lstStyle/>
          <a:p>
            <a:r>
              <a:rPr lang="en-CA" dirty="0"/>
              <a:t>Risks and Limitations</a:t>
            </a:r>
          </a:p>
        </p:txBody>
      </p:sp>
      <p:sp>
        <p:nvSpPr>
          <p:cNvPr id="3" name="Text Placeholder 2">
            <a:extLst>
              <a:ext uri="{FF2B5EF4-FFF2-40B4-BE49-F238E27FC236}">
                <a16:creationId xmlns:a16="http://schemas.microsoft.com/office/drawing/2014/main" id="{DF727351-E50E-DA9A-46DD-6739220569CD}"/>
              </a:ext>
            </a:extLst>
          </p:cNvPr>
          <p:cNvSpPr>
            <a:spLocks noGrp="1"/>
          </p:cNvSpPr>
          <p:nvPr>
            <p:ph type="body" sz="quarter" idx="14"/>
          </p:nvPr>
        </p:nvSpPr>
        <p:spPr>
          <a:xfrm>
            <a:off x="6400800" y="924512"/>
            <a:ext cx="4750904" cy="5008977"/>
          </a:xfrm>
        </p:spPr>
        <p:txBody>
          <a:bodyPr>
            <a:normAutofit/>
          </a:bodyPr>
          <a:lstStyle/>
          <a:p>
            <a:pPr marL="457200" lvl="0" indent="-457200">
              <a:buFont typeface="Arial" panose="020B0604020202020204" pitchFamily="34" charset="0"/>
              <a:buChar char="•"/>
            </a:pPr>
            <a:r>
              <a:rPr lang="en-CA" sz="2800" dirty="0"/>
              <a:t>AI can generate incorrect code</a:t>
            </a:r>
          </a:p>
          <a:p>
            <a:pPr marL="457200" lvl="0" indent="-457200">
              <a:buFont typeface="Arial" panose="020B0604020202020204" pitchFamily="34" charset="0"/>
              <a:buChar char="•"/>
            </a:pPr>
            <a:r>
              <a:rPr lang="en-CA" sz="2800" dirty="0"/>
              <a:t>Security and privacy concerns</a:t>
            </a:r>
          </a:p>
          <a:p>
            <a:pPr marL="457200" lvl="0" indent="-457200">
              <a:buFont typeface="Arial" panose="020B0604020202020204" pitchFamily="34" charset="0"/>
              <a:buChar char="•"/>
            </a:pPr>
            <a:r>
              <a:rPr lang="en-CA" sz="2800" dirty="0"/>
              <a:t>Over-reliance on AI tools</a:t>
            </a:r>
          </a:p>
          <a:p>
            <a:pPr marL="457200" lvl="0" indent="-457200">
              <a:buFont typeface="Arial" panose="020B0604020202020204" pitchFamily="34" charset="0"/>
              <a:buChar char="•"/>
            </a:pPr>
            <a:r>
              <a:rPr lang="en-CA" sz="2800" dirty="0"/>
              <a:t>Ethical and copyright concerns</a:t>
            </a:r>
          </a:p>
        </p:txBody>
      </p:sp>
    </p:spTree>
    <p:extLst>
      <p:ext uri="{BB962C8B-B14F-4D97-AF65-F5344CB8AC3E}">
        <p14:creationId xmlns:p14="http://schemas.microsoft.com/office/powerpoint/2010/main" val="42936738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CF8F5-609D-E31E-6659-2E3CE63097D7}"/>
              </a:ext>
            </a:extLst>
          </p:cNvPr>
          <p:cNvSpPr>
            <a:spLocks noGrp="1"/>
          </p:cNvSpPr>
          <p:nvPr>
            <p:ph type="title"/>
          </p:nvPr>
        </p:nvSpPr>
        <p:spPr>
          <a:xfrm>
            <a:off x="810000" y="737420"/>
            <a:ext cx="10571998" cy="631160"/>
          </a:xfrm>
        </p:spPr>
        <p:txBody>
          <a:bodyPr/>
          <a:lstStyle/>
          <a:p>
            <a:pPr lvl="0"/>
            <a:r>
              <a:rPr lang="en-CA" dirty="0"/>
              <a:t>Conclusion</a:t>
            </a:r>
            <a:endParaRPr lang="en-US" noProof="0" dirty="0"/>
          </a:p>
        </p:txBody>
      </p:sp>
      <p:sp>
        <p:nvSpPr>
          <p:cNvPr id="3" name="Subtitle 2">
            <a:extLst>
              <a:ext uri="{FF2B5EF4-FFF2-40B4-BE49-F238E27FC236}">
                <a16:creationId xmlns:a16="http://schemas.microsoft.com/office/drawing/2014/main" id="{29F16AEF-ABBB-D2DD-A297-5819AEB9AF67}"/>
              </a:ext>
            </a:extLst>
          </p:cNvPr>
          <p:cNvSpPr>
            <a:spLocks noGrp="1"/>
          </p:cNvSpPr>
          <p:nvPr>
            <p:ph type="subTitle" idx="1"/>
          </p:nvPr>
        </p:nvSpPr>
        <p:spPr>
          <a:xfrm>
            <a:off x="1112921" y="1368580"/>
            <a:ext cx="9966155" cy="2810130"/>
          </a:xfrm>
        </p:spPr>
        <p:txBody>
          <a:bodyPr>
            <a:normAutofit/>
          </a:bodyPr>
          <a:lstStyle/>
          <a:p>
            <a:pPr marL="342900" lvl="0" indent="-342900" algn="l">
              <a:buFont typeface="Arial" panose="020B0604020202020204" pitchFamily="34" charset="0"/>
              <a:buChar char="•"/>
            </a:pPr>
            <a:r>
              <a:rPr lang="en-CA" sz="2400" dirty="0"/>
              <a:t>AI coding assistants can improve developer productivity</a:t>
            </a:r>
          </a:p>
          <a:p>
            <a:pPr marL="342900" lvl="0" indent="-342900" algn="l">
              <a:buFont typeface="Arial" panose="020B0604020202020204" pitchFamily="34" charset="0"/>
              <a:buChar char="•"/>
            </a:pPr>
            <a:r>
              <a:rPr lang="en-CA" sz="2400" dirty="0"/>
              <a:t>They are useful, but their output must be reviewed carefully</a:t>
            </a:r>
          </a:p>
          <a:p>
            <a:pPr marL="342900" lvl="0" indent="-342900" algn="l">
              <a:buFont typeface="Arial" panose="020B0604020202020204" pitchFamily="34" charset="0"/>
              <a:buChar char="•"/>
            </a:pPr>
            <a:r>
              <a:rPr lang="en-CA" sz="2400" dirty="0"/>
              <a:t>The best results come from combining AI assistance with human judgment</a:t>
            </a:r>
          </a:p>
        </p:txBody>
      </p:sp>
      <p:sp>
        <p:nvSpPr>
          <p:cNvPr id="7" name="TextBox 6">
            <a:extLst>
              <a:ext uri="{FF2B5EF4-FFF2-40B4-BE49-F238E27FC236}">
                <a16:creationId xmlns:a16="http://schemas.microsoft.com/office/drawing/2014/main" id="{6AAB3384-583C-BB8B-8C72-0ED54ED0CA26}"/>
              </a:ext>
            </a:extLst>
          </p:cNvPr>
          <p:cNvSpPr txBox="1"/>
          <p:nvPr/>
        </p:nvSpPr>
        <p:spPr>
          <a:xfrm>
            <a:off x="9326531" y="5597360"/>
            <a:ext cx="1752545" cy="523220"/>
          </a:xfrm>
          <a:prstGeom prst="rect">
            <a:avLst/>
          </a:prstGeom>
          <a:noFill/>
        </p:spPr>
        <p:txBody>
          <a:bodyPr wrap="square" rtlCol="0">
            <a:spAutoFit/>
          </a:bodyPr>
          <a:lstStyle/>
          <a:p>
            <a:r>
              <a:rPr lang="en-CA" sz="2800" dirty="0">
                <a:latin typeface="Monotype Corsiva" panose="03010101010201010101" pitchFamily="66" charset="0"/>
              </a:rPr>
              <a:t>Thank You</a:t>
            </a:r>
          </a:p>
        </p:txBody>
      </p:sp>
    </p:spTree>
    <p:extLst>
      <p:ext uri="{BB962C8B-B14F-4D97-AF65-F5344CB8AC3E}">
        <p14:creationId xmlns:p14="http://schemas.microsoft.com/office/powerpoint/2010/main" val="11739363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8ECA8A6-26C7-FE2F-5884-A9A5652053C6}"/>
              </a:ext>
            </a:extLst>
          </p:cNvPr>
          <p:cNvSpPr>
            <a:spLocks noGrp="1"/>
          </p:cNvSpPr>
          <p:nvPr>
            <p:ph type="title"/>
          </p:nvPr>
        </p:nvSpPr>
        <p:spPr>
          <a:xfrm>
            <a:off x="5485516" y="1433219"/>
            <a:ext cx="5695102" cy="2092049"/>
          </a:xfrm>
        </p:spPr>
        <p:txBody>
          <a:bodyPr/>
          <a:lstStyle/>
          <a:p>
            <a:r>
              <a:rPr lang="en-US" dirty="0"/>
              <a:t>Market expansion</a:t>
            </a:r>
          </a:p>
        </p:txBody>
      </p:sp>
      <p:pic>
        <p:nvPicPr>
          <p:cNvPr id="8" name="Picture Placeholder 7" descr="A green circle with a curled corner">
            <a:extLst>
              <a:ext uri="{FF2B5EF4-FFF2-40B4-BE49-F238E27FC236}">
                <a16:creationId xmlns:a16="http://schemas.microsoft.com/office/drawing/2014/main" id="{8CCCEC06-31A4-216C-78F1-DF37E7A7CC34}"/>
              </a:ext>
            </a:extLst>
          </p:cNvPr>
          <p:cNvPicPr>
            <a:picLocks noGrp="1" noChangeAspect="1"/>
          </p:cNvPicPr>
          <p:nvPr>
            <p:ph type="pic" sz="quarter" idx="11"/>
          </p:nvPr>
        </p:nvPicPr>
        <p:blipFill>
          <a:blip r:embed="rId3"/>
          <a:srcRect/>
          <a:stretch/>
        </p:blipFill>
        <p:spPr>
          <a:xfrm>
            <a:off x="1350099" y="1974707"/>
            <a:ext cx="2907792" cy="2907792"/>
          </a:xfrm>
        </p:spPr>
      </p:pic>
      <p:sp>
        <p:nvSpPr>
          <p:cNvPr id="5" name="Content Placeholder 4">
            <a:extLst>
              <a:ext uri="{FF2B5EF4-FFF2-40B4-BE49-F238E27FC236}">
                <a16:creationId xmlns:a16="http://schemas.microsoft.com/office/drawing/2014/main" id="{6F377941-FDA2-9332-B360-A8C727991812}"/>
              </a:ext>
            </a:extLst>
          </p:cNvPr>
          <p:cNvSpPr>
            <a:spLocks noGrp="1"/>
          </p:cNvSpPr>
          <p:nvPr>
            <p:ph sz="quarter" idx="10"/>
          </p:nvPr>
        </p:nvSpPr>
        <p:spPr>
          <a:xfrm>
            <a:off x="5496789" y="3525268"/>
            <a:ext cx="5683829" cy="2595429"/>
          </a:xfrm>
        </p:spPr>
        <p:txBody>
          <a:bodyPr/>
          <a:lstStyle/>
          <a:p>
            <a:pPr lvl="0"/>
            <a:r>
              <a:rPr lang="en-US" noProof="0" dirty="0"/>
              <a:t>Unlocking new horizons</a:t>
            </a:r>
          </a:p>
        </p:txBody>
      </p:sp>
    </p:spTree>
    <p:extLst>
      <p:ext uri="{BB962C8B-B14F-4D97-AF65-F5344CB8AC3E}">
        <p14:creationId xmlns:p14="http://schemas.microsoft.com/office/powerpoint/2010/main" val="39374831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07FBB55-EF55-03D8-7D3C-29341A40D63E}"/>
              </a:ext>
            </a:extLst>
          </p:cNvPr>
          <p:cNvSpPr>
            <a:spLocks noGrp="1"/>
          </p:cNvSpPr>
          <p:nvPr>
            <p:ph type="title"/>
          </p:nvPr>
        </p:nvSpPr>
        <p:spPr>
          <a:xfrm>
            <a:off x="529935" y="633845"/>
            <a:ext cx="3990110" cy="2192482"/>
          </a:xfrm>
        </p:spPr>
        <p:txBody>
          <a:bodyPr/>
          <a:lstStyle/>
          <a:p>
            <a:r>
              <a:rPr lang="en-US" dirty="0"/>
              <a:t>Product launch</a:t>
            </a:r>
          </a:p>
        </p:txBody>
      </p:sp>
      <p:sp>
        <p:nvSpPr>
          <p:cNvPr id="7" name="Content Placeholder 6">
            <a:extLst>
              <a:ext uri="{FF2B5EF4-FFF2-40B4-BE49-F238E27FC236}">
                <a16:creationId xmlns:a16="http://schemas.microsoft.com/office/drawing/2014/main" id="{AD6AD7D9-DEA3-79A4-785F-0EA945171020}"/>
              </a:ext>
            </a:extLst>
          </p:cNvPr>
          <p:cNvSpPr>
            <a:spLocks noGrp="1"/>
          </p:cNvSpPr>
          <p:nvPr>
            <p:ph sz="quarter" idx="11"/>
          </p:nvPr>
        </p:nvSpPr>
        <p:spPr>
          <a:xfrm>
            <a:off x="747423" y="3174531"/>
            <a:ext cx="3772622" cy="3122360"/>
          </a:xfrm>
        </p:spPr>
        <p:txBody>
          <a:bodyPr/>
          <a:lstStyle/>
          <a:p>
            <a:pPr lvl="0"/>
            <a:r>
              <a:rPr lang="en-US" noProof="0" dirty="0"/>
              <a:t>Currently gearing up for </a:t>
            </a:r>
            <a:br>
              <a:rPr lang="en-US" noProof="0" dirty="0"/>
            </a:br>
            <a:r>
              <a:rPr lang="en-US" noProof="0" dirty="0"/>
              <a:t>a ground-breaking launch </a:t>
            </a:r>
          </a:p>
          <a:p>
            <a:pPr lvl="0"/>
            <a:r>
              <a:rPr lang="en-US" noProof="0" dirty="0"/>
              <a:t>Our new offerings will captivate the market</a:t>
            </a:r>
          </a:p>
          <a:p>
            <a:pPr lvl="0"/>
            <a:r>
              <a:rPr lang="en-US" noProof="0" dirty="0"/>
              <a:t>Our marketing campaign will generate anticipation</a:t>
            </a:r>
          </a:p>
        </p:txBody>
      </p:sp>
      <p:graphicFrame>
        <p:nvGraphicFramePr>
          <p:cNvPr id="4" name="Content Placeholder 3" descr="A timeline of the product launch">
            <a:extLst>
              <a:ext uri="{FF2B5EF4-FFF2-40B4-BE49-F238E27FC236}">
                <a16:creationId xmlns:a16="http://schemas.microsoft.com/office/drawing/2014/main" id="{0AA14396-9ECF-6200-84F1-4A2C71CE5B8B}"/>
              </a:ext>
            </a:extLst>
          </p:cNvPr>
          <p:cNvGraphicFramePr>
            <a:graphicFrameLocks noGrp="1"/>
          </p:cNvGraphicFramePr>
          <p:nvPr>
            <p:ph sz="quarter" idx="10"/>
            <p:extLst>
              <p:ext uri="{D42A27DB-BD31-4B8C-83A1-F6EECF244321}">
                <p14:modId xmlns:p14="http://schemas.microsoft.com/office/powerpoint/2010/main" val="3681027793"/>
              </p:ext>
            </p:extLst>
          </p:nvPr>
        </p:nvGraphicFramePr>
        <p:xfrm>
          <a:off x="5237163" y="946150"/>
          <a:ext cx="5972175" cy="516096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044347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28204-2C6C-CA2B-7ACE-709BD219E7A2}"/>
              </a:ext>
            </a:extLst>
          </p:cNvPr>
          <p:cNvSpPr>
            <a:spLocks noGrp="1"/>
          </p:cNvSpPr>
          <p:nvPr>
            <p:ph type="title"/>
          </p:nvPr>
        </p:nvSpPr>
        <p:spPr>
          <a:xfrm>
            <a:off x="6577445" y="157637"/>
            <a:ext cx="4851694" cy="2190705"/>
          </a:xfrm>
        </p:spPr>
        <p:txBody>
          <a:bodyPr/>
          <a:lstStyle/>
          <a:p>
            <a:r>
              <a:rPr lang="en-US" dirty="0"/>
              <a:t>Marketing strategies</a:t>
            </a:r>
          </a:p>
        </p:txBody>
      </p:sp>
      <p:pic>
        <p:nvPicPr>
          <p:cNvPr id="19" name="Picture Placeholder 18">
            <a:extLst>
              <a:ext uri="{FF2B5EF4-FFF2-40B4-BE49-F238E27FC236}">
                <a16:creationId xmlns:a16="http://schemas.microsoft.com/office/drawing/2014/main" id="{C9C7069E-8095-250E-5EC8-5FE8BAC18FAA}"/>
              </a:ext>
              <a:ext uri="{C183D7F6-B498-43B3-948B-1728B52AA6E4}">
                <adec:decorative xmlns:adec="http://schemas.microsoft.com/office/drawing/2017/decorative" val="1"/>
              </a:ext>
            </a:extLst>
          </p:cNvPr>
          <p:cNvPicPr>
            <a:picLocks noGrp="1" noChangeAspect="1"/>
          </p:cNvPicPr>
          <p:nvPr>
            <p:ph type="pic" sz="quarter" idx="11"/>
          </p:nvPr>
        </p:nvPicPr>
        <p:blipFill rotWithShape="1">
          <a:blip r:embed="rId3"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t="14" b="14"/>
          <a:stretch/>
        </p:blipFill>
        <p:spPr>
          <a:xfrm>
            <a:off x="1236663" y="776288"/>
            <a:ext cx="3433762" cy="5018087"/>
          </a:xfrm>
        </p:spPr>
      </p:pic>
      <p:sp>
        <p:nvSpPr>
          <p:cNvPr id="3" name="Content Placeholder 2">
            <a:extLst>
              <a:ext uri="{FF2B5EF4-FFF2-40B4-BE49-F238E27FC236}">
                <a16:creationId xmlns:a16="http://schemas.microsoft.com/office/drawing/2014/main" id="{A83F17C7-EFB2-790A-200F-D9BF2626198F}"/>
              </a:ext>
            </a:extLst>
          </p:cNvPr>
          <p:cNvSpPr>
            <a:spLocks noGrp="1"/>
          </p:cNvSpPr>
          <p:nvPr>
            <p:ph sz="quarter" idx="10"/>
          </p:nvPr>
        </p:nvSpPr>
        <p:spPr>
          <a:xfrm>
            <a:off x="6592615" y="2505979"/>
            <a:ext cx="4837385" cy="3926717"/>
          </a:xfrm>
        </p:spPr>
        <p:txBody>
          <a:bodyPr>
            <a:normAutofit/>
          </a:bodyPr>
          <a:lstStyle/>
          <a:p>
            <a:pPr lvl="0"/>
            <a:r>
              <a:rPr lang="en-US" noProof="0" dirty="0"/>
              <a:t>Implement personalized engagement strategies</a:t>
            </a:r>
          </a:p>
          <a:p>
            <a:pPr lvl="0"/>
            <a:r>
              <a:rPr lang="en-US" noProof="0" dirty="0"/>
              <a:t>Tailor campaigns to resonate with specific demographics, fostering a sense of relevance and connection</a:t>
            </a:r>
          </a:p>
          <a:p>
            <a:pPr lvl="0"/>
            <a:r>
              <a:rPr lang="en-US" noProof="0" dirty="0"/>
              <a:t>Collaborate with influencers and thought leaders to amplify our brand message</a:t>
            </a:r>
          </a:p>
        </p:txBody>
      </p:sp>
    </p:spTree>
    <p:extLst>
      <p:ext uri="{BB962C8B-B14F-4D97-AF65-F5344CB8AC3E}">
        <p14:creationId xmlns:p14="http://schemas.microsoft.com/office/powerpoint/2010/main" val="10144137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663E25-7402-EAC9-107D-E3C80B9672C6}"/>
              </a:ext>
            </a:extLst>
          </p:cNvPr>
          <p:cNvSpPr>
            <a:spLocks noGrp="1"/>
          </p:cNvSpPr>
          <p:nvPr>
            <p:ph type="title"/>
          </p:nvPr>
        </p:nvSpPr>
        <p:spPr>
          <a:xfrm>
            <a:off x="529935" y="924339"/>
            <a:ext cx="3990110" cy="5009322"/>
          </a:xfrm>
        </p:spPr>
        <p:txBody>
          <a:bodyPr/>
          <a:lstStyle/>
          <a:p>
            <a:pPr lvl="0"/>
            <a:r>
              <a:rPr lang="en-US" noProof="0" dirty="0"/>
              <a:t>Financial overview</a:t>
            </a:r>
          </a:p>
        </p:txBody>
      </p:sp>
      <p:sp>
        <p:nvSpPr>
          <p:cNvPr id="3" name="Content Placeholder 2">
            <a:extLst>
              <a:ext uri="{FF2B5EF4-FFF2-40B4-BE49-F238E27FC236}">
                <a16:creationId xmlns:a16="http://schemas.microsoft.com/office/drawing/2014/main" id="{DBBD146A-879C-A0DC-7A0C-2E7729C4D125}"/>
              </a:ext>
            </a:extLst>
          </p:cNvPr>
          <p:cNvSpPr>
            <a:spLocks noGrp="1"/>
          </p:cNvSpPr>
          <p:nvPr>
            <p:ph sz="quarter" idx="10"/>
          </p:nvPr>
        </p:nvSpPr>
        <p:spPr>
          <a:xfrm>
            <a:off x="5153836" y="1371602"/>
            <a:ext cx="6177309" cy="1953489"/>
          </a:xfrm>
        </p:spPr>
        <p:txBody>
          <a:bodyPr/>
          <a:lstStyle/>
          <a:p>
            <a:pPr lvl="0"/>
            <a:r>
              <a:rPr lang="en-US" noProof="0" dirty="0"/>
              <a:t>Our financial overview reflects a robust and resilient fiscal performance.</a:t>
            </a:r>
          </a:p>
          <a:p>
            <a:pPr lvl="0"/>
            <a:r>
              <a:rPr lang="en-US" noProof="0" dirty="0"/>
              <a:t>Key indicators show consistent revenue growth over the past quarter, attributed to strategic cost management and successful marketing.</a:t>
            </a:r>
          </a:p>
        </p:txBody>
      </p:sp>
      <p:sp>
        <p:nvSpPr>
          <p:cNvPr id="6" name="Content Placeholder 5">
            <a:extLst>
              <a:ext uri="{FF2B5EF4-FFF2-40B4-BE49-F238E27FC236}">
                <a16:creationId xmlns:a16="http://schemas.microsoft.com/office/drawing/2014/main" id="{FCAFDB5C-106E-88F6-9353-25362AF2CB86}"/>
              </a:ext>
            </a:extLst>
          </p:cNvPr>
          <p:cNvSpPr>
            <a:spLocks noGrp="1"/>
          </p:cNvSpPr>
          <p:nvPr>
            <p:ph sz="quarter" idx="11"/>
          </p:nvPr>
        </p:nvSpPr>
        <p:spPr>
          <a:xfrm>
            <a:off x="5153836" y="3745924"/>
            <a:ext cx="6177309" cy="2238918"/>
          </a:xfrm>
        </p:spPr>
        <p:txBody>
          <a:bodyPr/>
          <a:lstStyle/>
          <a:p>
            <a:pPr lvl="0"/>
            <a:r>
              <a:rPr lang="en-US" noProof="0" dirty="0"/>
              <a:t>Operating margins have improved, signaling operational efficiency, while strengthening our reserves.</a:t>
            </a:r>
          </a:p>
          <a:p>
            <a:pPr lvl="0"/>
            <a:r>
              <a:rPr lang="en-US" noProof="0" dirty="0"/>
              <a:t>This underscores our commitment to financial stability, positioning us for sustained growth. </a:t>
            </a:r>
          </a:p>
        </p:txBody>
      </p:sp>
    </p:spTree>
    <p:extLst>
      <p:ext uri="{BB962C8B-B14F-4D97-AF65-F5344CB8AC3E}">
        <p14:creationId xmlns:p14="http://schemas.microsoft.com/office/powerpoint/2010/main" val="31178021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B97DFA-9278-9CB6-C5BC-520AB107B9E7}"/>
              </a:ext>
            </a:extLst>
          </p:cNvPr>
          <p:cNvSpPr>
            <a:spLocks noGrp="1"/>
          </p:cNvSpPr>
          <p:nvPr>
            <p:ph type="title"/>
          </p:nvPr>
        </p:nvSpPr>
        <p:spPr>
          <a:xfrm>
            <a:off x="810001" y="685800"/>
            <a:ext cx="10571998" cy="2983528"/>
          </a:xfrm>
        </p:spPr>
        <p:txBody>
          <a:bodyPr/>
          <a:lstStyle/>
          <a:p>
            <a:pPr lvl="0"/>
            <a:r>
              <a:rPr lang="en-US" noProof="0" dirty="0"/>
              <a:t>Innovative decisions</a:t>
            </a:r>
          </a:p>
        </p:txBody>
      </p:sp>
    </p:spTree>
    <p:extLst>
      <p:ext uri="{BB962C8B-B14F-4D97-AF65-F5344CB8AC3E}">
        <p14:creationId xmlns:p14="http://schemas.microsoft.com/office/powerpoint/2010/main" val="17221476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C85972AC-EBF0-AEDE-17FB-A51EAA83AA0E}"/>
              </a:ext>
            </a:extLst>
          </p:cNvPr>
          <p:cNvSpPr>
            <a:spLocks noGrp="1"/>
          </p:cNvSpPr>
          <p:nvPr>
            <p:ph type="title"/>
          </p:nvPr>
        </p:nvSpPr>
        <p:spPr>
          <a:xfrm>
            <a:off x="8036952" y="477518"/>
            <a:ext cx="3829465" cy="2693887"/>
          </a:xfrm>
        </p:spPr>
        <p:txBody>
          <a:bodyPr/>
          <a:lstStyle/>
          <a:p>
            <a:r>
              <a:rPr lang="en-US" dirty="0"/>
              <a:t>Quarterly </a:t>
            </a:r>
            <a:br>
              <a:rPr lang="en-US" dirty="0"/>
            </a:br>
            <a:r>
              <a:rPr lang="en-US" dirty="0"/>
              <a:t>targets</a:t>
            </a:r>
          </a:p>
        </p:txBody>
      </p:sp>
      <p:graphicFrame>
        <p:nvGraphicFramePr>
          <p:cNvPr id="5" name="Table Placeholder 2">
            <a:extLst>
              <a:ext uri="{FF2B5EF4-FFF2-40B4-BE49-F238E27FC236}">
                <a16:creationId xmlns:a16="http://schemas.microsoft.com/office/drawing/2014/main" id="{24545555-334D-A441-D564-80D14651D448}"/>
              </a:ext>
            </a:extLst>
          </p:cNvPr>
          <p:cNvGraphicFramePr>
            <a:graphicFrameLocks noGrp="1"/>
          </p:cNvGraphicFramePr>
          <p:nvPr>
            <p:ph type="tbl" sz="quarter" idx="11"/>
            <p:extLst>
              <p:ext uri="{D42A27DB-BD31-4B8C-83A1-F6EECF244321}">
                <p14:modId xmlns:p14="http://schemas.microsoft.com/office/powerpoint/2010/main" val="3030438718"/>
              </p:ext>
            </p:extLst>
          </p:nvPr>
        </p:nvGraphicFramePr>
        <p:xfrm>
          <a:off x="952500" y="909638"/>
          <a:ext cx="5577840" cy="5040064"/>
        </p:xfrm>
        <a:graphic>
          <a:graphicData uri="http://schemas.openxmlformats.org/drawingml/2006/table">
            <a:tbl>
              <a:tblPr firstRow="1" bandRow="1">
                <a:tableStyleId>{1E171933-4619-4E11-9A3F-F7608DF75F80}</a:tableStyleId>
              </a:tblPr>
              <a:tblGrid>
                <a:gridCol w="1394460">
                  <a:extLst>
                    <a:ext uri="{9D8B030D-6E8A-4147-A177-3AD203B41FA5}">
                      <a16:colId xmlns:a16="http://schemas.microsoft.com/office/drawing/2014/main" val="30750867"/>
                    </a:ext>
                  </a:extLst>
                </a:gridCol>
                <a:gridCol w="1394460">
                  <a:extLst>
                    <a:ext uri="{9D8B030D-6E8A-4147-A177-3AD203B41FA5}">
                      <a16:colId xmlns:a16="http://schemas.microsoft.com/office/drawing/2014/main" val="1038941322"/>
                    </a:ext>
                  </a:extLst>
                </a:gridCol>
                <a:gridCol w="1394460">
                  <a:extLst>
                    <a:ext uri="{9D8B030D-6E8A-4147-A177-3AD203B41FA5}">
                      <a16:colId xmlns:a16="http://schemas.microsoft.com/office/drawing/2014/main" val="529645500"/>
                    </a:ext>
                  </a:extLst>
                </a:gridCol>
                <a:gridCol w="1394460">
                  <a:extLst>
                    <a:ext uri="{9D8B030D-6E8A-4147-A177-3AD203B41FA5}">
                      <a16:colId xmlns:a16="http://schemas.microsoft.com/office/drawing/2014/main" val="3469610457"/>
                    </a:ext>
                  </a:extLst>
                </a:gridCol>
              </a:tblGrid>
              <a:tr h="1236856">
                <a:tc>
                  <a:txBody>
                    <a:bodyPr/>
                    <a:lstStyle/>
                    <a:p>
                      <a:pPr algn="ctr"/>
                      <a:r>
                        <a:rPr lang="en-US" dirty="0">
                          <a:solidFill>
                            <a:schemeClr val="accent1">
                              <a:lumMod val="50000"/>
                            </a:schemeClr>
                          </a:solidFill>
                        </a:rPr>
                        <a:t>Quarter</a:t>
                      </a:r>
                    </a:p>
                  </a:txBody>
                  <a:tcPr anchor="ctr"/>
                </a:tc>
                <a:tc>
                  <a:txBody>
                    <a:bodyPr/>
                    <a:lstStyle/>
                    <a:p>
                      <a:pPr algn="ctr"/>
                      <a:r>
                        <a:rPr lang="en-US" dirty="0">
                          <a:solidFill>
                            <a:schemeClr val="accent1">
                              <a:lumMod val="50000"/>
                            </a:schemeClr>
                          </a:solidFill>
                        </a:rPr>
                        <a:t>Revenue growth (%)</a:t>
                      </a:r>
                    </a:p>
                  </a:txBody>
                  <a:tcPr anchor="ctr"/>
                </a:tc>
                <a:tc>
                  <a:txBody>
                    <a:bodyPr/>
                    <a:lstStyle/>
                    <a:p>
                      <a:pPr algn="ctr"/>
                      <a:r>
                        <a:rPr lang="en-US" dirty="0">
                          <a:solidFill>
                            <a:schemeClr val="accent1">
                              <a:lumMod val="50000"/>
                            </a:schemeClr>
                          </a:solidFill>
                        </a:rPr>
                        <a:t>Market share increase (%)</a:t>
                      </a:r>
                    </a:p>
                  </a:txBody>
                  <a:tcPr anchor="ctr"/>
                </a:tc>
                <a:tc>
                  <a:txBody>
                    <a:bodyPr/>
                    <a:lstStyle/>
                    <a:p>
                      <a:pPr algn="ctr"/>
                      <a:r>
                        <a:rPr lang="en-US" dirty="0">
                          <a:solidFill>
                            <a:schemeClr val="accent1">
                              <a:lumMod val="50000"/>
                            </a:schemeClr>
                          </a:solidFill>
                        </a:rPr>
                        <a:t>Customer acquisition</a:t>
                      </a:r>
                    </a:p>
                  </a:txBody>
                  <a:tcPr anchor="ctr"/>
                </a:tc>
                <a:extLst>
                  <a:ext uri="{0D108BD9-81ED-4DB2-BD59-A6C34878D82A}">
                    <a16:rowId xmlns:a16="http://schemas.microsoft.com/office/drawing/2014/main" val="4251432886"/>
                  </a:ext>
                </a:extLst>
              </a:tr>
              <a:tr h="950802">
                <a:tc>
                  <a:txBody>
                    <a:bodyPr/>
                    <a:lstStyle/>
                    <a:p>
                      <a:pPr algn="ctr"/>
                      <a:r>
                        <a:rPr lang="en-US" dirty="0"/>
                        <a:t>Q1</a:t>
                      </a:r>
                    </a:p>
                  </a:txBody>
                  <a:tcPr anchor="ctr"/>
                </a:tc>
                <a:tc>
                  <a:txBody>
                    <a:bodyPr/>
                    <a:lstStyle/>
                    <a:p>
                      <a:pPr algn="ctr"/>
                      <a:r>
                        <a:rPr lang="en-US" dirty="0"/>
                        <a:t>12</a:t>
                      </a:r>
                    </a:p>
                  </a:txBody>
                  <a:tcPr anchor="ctr"/>
                </a:tc>
                <a:tc>
                  <a:txBody>
                    <a:bodyPr/>
                    <a:lstStyle/>
                    <a:p>
                      <a:pPr algn="ctr"/>
                      <a:r>
                        <a:rPr lang="en-US" dirty="0"/>
                        <a:t>2</a:t>
                      </a:r>
                    </a:p>
                  </a:txBody>
                  <a:tcPr anchor="ctr"/>
                </a:tc>
                <a:tc>
                  <a:txBody>
                    <a:bodyPr/>
                    <a:lstStyle/>
                    <a:p>
                      <a:pPr algn="ctr"/>
                      <a:r>
                        <a:rPr lang="en-US" dirty="0"/>
                        <a:t>500</a:t>
                      </a:r>
                    </a:p>
                  </a:txBody>
                  <a:tcPr anchor="ctr"/>
                </a:tc>
                <a:extLst>
                  <a:ext uri="{0D108BD9-81ED-4DB2-BD59-A6C34878D82A}">
                    <a16:rowId xmlns:a16="http://schemas.microsoft.com/office/drawing/2014/main" val="360240625"/>
                  </a:ext>
                </a:extLst>
              </a:tr>
              <a:tr h="950802">
                <a:tc>
                  <a:txBody>
                    <a:bodyPr/>
                    <a:lstStyle/>
                    <a:p>
                      <a:pPr algn="ctr"/>
                      <a:r>
                        <a:rPr lang="en-US" dirty="0"/>
                        <a:t>Q2</a:t>
                      </a:r>
                    </a:p>
                  </a:txBody>
                  <a:tcPr anchor="ctr"/>
                </a:tc>
                <a:tc>
                  <a:txBody>
                    <a:bodyPr/>
                    <a:lstStyle/>
                    <a:p>
                      <a:pPr algn="ctr"/>
                      <a:r>
                        <a:rPr lang="en-US" dirty="0"/>
                        <a:t>15</a:t>
                      </a:r>
                    </a:p>
                  </a:txBody>
                  <a:tcPr anchor="ctr"/>
                </a:tc>
                <a:tc>
                  <a:txBody>
                    <a:bodyPr/>
                    <a:lstStyle/>
                    <a:p>
                      <a:pPr algn="ctr"/>
                      <a:r>
                        <a:rPr lang="en-US" dirty="0"/>
                        <a:t>3</a:t>
                      </a:r>
                    </a:p>
                  </a:txBody>
                  <a:tcPr anchor="ctr"/>
                </a:tc>
                <a:tc>
                  <a:txBody>
                    <a:bodyPr/>
                    <a:lstStyle/>
                    <a:p>
                      <a:pPr algn="ctr"/>
                      <a:r>
                        <a:rPr lang="en-US" dirty="0"/>
                        <a:t>600</a:t>
                      </a:r>
                    </a:p>
                  </a:txBody>
                  <a:tcPr anchor="ctr"/>
                </a:tc>
                <a:extLst>
                  <a:ext uri="{0D108BD9-81ED-4DB2-BD59-A6C34878D82A}">
                    <a16:rowId xmlns:a16="http://schemas.microsoft.com/office/drawing/2014/main" val="2762393470"/>
                  </a:ext>
                </a:extLst>
              </a:tr>
              <a:tr h="950802">
                <a:tc>
                  <a:txBody>
                    <a:bodyPr/>
                    <a:lstStyle/>
                    <a:p>
                      <a:pPr algn="ctr"/>
                      <a:r>
                        <a:rPr lang="en-US" dirty="0"/>
                        <a:t>Q3</a:t>
                      </a:r>
                    </a:p>
                  </a:txBody>
                  <a:tcPr anchor="ctr"/>
                </a:tc>
                <a:tc>
                  <a:txBody>
                    <a:bodyPr/>
                    <a:lstStyle/>
                    <a:p>
                      <a:pPr algn="ctr"/>
                      <a:r>
                        <a:rPr lang="en-US" dirty="0"/>
                        <a:t>18</a:t>
                      </a:r>
                    </a:p>
                  </a:txBody>
                  <a:tcPr anchor="ctr"/>
                </a:tc>
                <a:tc>
                  <a:txBody>
                    <a:bodyPr/>
                    <a:lstStyle/>
                    <a:p>
                      <a:pPr algn="ctr"/>
                      <a:r>
                        <a:rPr lang="en-US" dirty="0"/>
                        <a:t>4</a:t>
                      </a:r>
                    </a:p>
                  </a:txBody>
                  <a:tcPr anchor="ctr"/>
                </a:tc>
                <a:tc>
                  <a:txBody>
                    <a:bodyPr/>
                    <a:lstStyle/>
                    <a:p>
                      <a:pPr algn="ctr"/>
                      <a:r>
                        <a:rPr lang="en-US" dirty="0"/>
                        <a:t>700</a:t>
                      </a:r>
                    </a:p>
                  </a:txBody>
                  <a:tcPr anchor="ctr"/>
                </a:tc>
                <a:extLst>
                  <a:ext uri="{0D108BD9-81ED-4DB2-BD59-A6C34878D82A}">
                    <a16:rowId xmlns:a16="http://schemas.microsoft.com/office/drawing/2014/main" val="1311364400"/>
                  </a:ext>
                </a:extLst>
              </a:tr>
              <a:tr h="950802">
                <a:tc>
                  <a:txBody>
                    <a:bodyPr/>
                    <a:lstStyle/>
                    <a:p>
                      <a:pPr algn="ctr"/>
                      <a:r>
                        <a:rPr lang="en-US" dirty="0"/>
                        <a:t>Q4</a:t>
                      </a:r>
                    </a:p>
                  </a:txBody>
                  <a:tcPr anchor="ctr"/>
                </a:tc>
                <a:tc>
                  <a:txBody>
                    <a:bodyPr/>
                    <a:lstStyle/>
                    <a:p>
                      <a:pPr algn="ctr"/>
                      <a:r>
                        <a:rPr lang="en-US" dirty="0"/>
                        <a:t>20</a:t>
                      </a:r>
                    </a:p>
                  </a:txBody>
                  <a:tcPr anchor="ctr"/>
                </a:tc>
                <a:tc>
                  <a:txBody>
                    <a:bodyPr/>
                    <a:lstStyle/>
                    <a:p>
                      <a:pPr algn="ctr"/>
                      <a:r>
                        <a:rPr lang="en-US" dirty="0"/>
                        <a:t>5</a:t>
                      </a:r>
                    </a:p>
                  </a:txBody>
                  <a:tcPr anchor="ctr"/>
                </a:tc>
                <a:tc>
                  <a:txBody>
                    <a:bodyPr/>
                    <a:lstStyle/>
                    <a:p>
                      <a:pPr algn="ctr"/>
                      <a:r>
                        <a:rPr lang="en-US" dirty="0"/>
                        <a:t>800</a:t>
                      </a:r>
                    </a:p>
                  </a:txBody>
                  <a:tcPr anchor="ctr"/>
                </a:tc>
                <a:extLst>
                  <a:ext uri="{0D108BD9-81ED-4DB2-BD59-A6C34878D82A}">
                    <a16:rowId xmlns:a16="http://schemas.microsoft.com/office/drawing/2014/main" val="2526263980"/>
                  </a:ext>
                </a:extLst>
              </a:tr>
            </a:tbl>
          </a:graphicData>
        </a:graphic>
      </p:graphicFrame>
      <p:sp>
        <p:nvSpPr>
          <p:cNvPr id="8" name="Content Placeholder 7">
            <a:extLst>
              <a:ext uri="{FF2B5EF4-FFF2-40B4-BE49-F238E27FC236}">
                <a16:creationId xmlns:a16="http://schemas.microsoft.com/office/drawing/2014/main" id="{A900955D-4691-EA42-252F-2D3B626B48CD}"/>
              </a:ext>
            </a:extLst>
          </p:cNvPr>
          <p:cNvSpPr>
            <a:spLocks noGrp="1"/>
          </p:cNvSpPr>
          <p:nvPr>
            <p:ph sz="quarter" idx="10"/>
          </p:nvPr>
        </p:nvSpPr>
        <p:spPr>
          <a:xfrm>
            <a:off x="8036953" y="3449781"/>
            <a:ext cx="3829465" cy="2940860"/>
          </a:xfrm>
        </p:spPr>
        <p:txBody>
          <a:bodyPr/>
          <a:lstStyle/>
          <a:p>
            <a:pPr lvl="0"/>
            <a:r>
              <a:rPr lang="en-US" noProof="0" dirty="0"/>
              <a:t>Market expansion</a:t>
            </a:r>
          </a:p>
          <a:p>
            <a:pPr lvl="0"/>
            <a:r>
              <a:rPr lang="en-US" noProof="0" dirty="0"/>
              <a:t>Product innovation</a:t>
            </a:r>
          </a:p>
          <a:p>
            <a:pPr lvl="0"/>
            <a:r>
              <a:rPr lang="en-US" noProof="0" dirty="0"/>
              <a:t>Customer retention</a:t>
            </a:r>
          </a:p>
          <a:p>
            <a:pPr lvl="0"/>
            <a:r>
              <a:rPr lang="en-US" noProof="0" dirty="0"/>
              <a:t>Operational efficiency</a:t>
            </a:r>
          </a:p>
        </p:txBody>
      </p:sp>
    </p:spTree>
    <p:extLst>
      <p:ext uri="{BB962C8B-B14F-4D97-AF65-F5344CB8AC3E}">
        <p14:creationId xmlns:p14="http://schemas.microsoft.com/office/powerpoint/2010/main" val="26109450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F06AC8A-162C-5E86-8A29-04B6BCDD3B87}"/>
              </a:ext>
            </a:extLst>
          </p:cNvPr>
          <p:cNvSpPr>
            <a:spLocks noGrp="1"/>
          </p:cNvSpPr>
          <p:nvPr>
            <p:ph type="title"/>
          </p:nvPr>
        </p:nvSpPr>
        <p:spPr>
          <a:xfrm>
            <a:off x="488373" y="571501"/>
            <a:ext cx="11139054" cy="1028699"/>
          </a:xfrm>
        </p:spPr>
        <p:txBody>
          <a:bodyPr anchor="ctr"/>
          <a:lstStyle/>
          <a:p>
            <a:pPr lvl="0"/>
            <a:r>
              <a:rPr lang="en-US" noProof="0" dirty="0"/>
              <a:t>Financial snapshot</a:t>
            </a:r>
          </a:p>
        </p:txBody>
      </p:sp>
      <p:graphicFrame>
        <p:nvGraphicFramePr>
          <p:cNvPr id="4" name="Table Placeholder 3">
            <a:extLst>
              <a:ext uri="{FF2B5EF4-FFF2-40B4-BE49-F238E27FC236}">
                <a16:creationId xmlns:a16="http://schemas.microsoft.com/office/drawing/2014/main" id="{FD014E9B-B0FD-5706-E957-0CE95837C16F}"/>
              </a:ext>
            </a:extLst>
          </p:cNvPr>
          <p:cNvGraphicFramePr>
            <a:graphicFrameLocks noGrp="1"/>
          </p:cNvGraphicFramePr>
          <p:nvPr>
            <p:ph type="tbl" sz="quarter" idx="10"/>
            <p:extLst>
              <p:ext uri="{D42A27DB-BD31-4B8C-83A1-F6EECF244321}">
                <p14:modId xmlns:p14="http://schemas.microsoft.com/office/powerpoint/2010/main" val="3479912015"/>
              </p:ext>
            </p:extLst>
          </p:nvPr>
        </p:nvGraphicFramePr>
        <p:xfrm>
          <a:off x="838200" y="1860550"/>
          <a:ext cx="10515600" cy="4198290"/>
        </p:xfrm>
        <a:graphic>
          <a:graphicData uri="http://schemas.openxmlformats.org/drawingml/2006/table">
            <a:tbl>
              <a:tblPr firstRow="1" bandRow="1">
                <a:tableStyleId>{1E171933-4619-4E11-9A3F-F7608DF75F80}</a:tableStyleId>
              </a:tblPr>
              <a:tblGrid>
                <a:gridCol w="2628900">
                  <a:extLst>
                    <a:ext uri="{9D8B030D-6E8A-4147-A177-3AD203B41FA5}">
                      <a16:colId xmlns:a16="http://schemas.microsoft.com/office/drawing/2014/main" val="130956065"/>
                    </a:ext>
                  </a:extLst>
                </a:gridCol>
                <a:gridCol w="2628900">
                  <a:extLst>
                    <a:ext uri="{9D8B030D-6E8A-4147-A177-3AD203B41FA5}">
                      <a16:colId xmlns:a16="http://schemas.microsoft.com/office/drawing/2014/main" val="2749965458"/>
                    </a:ext>
                  </a:extLst>
                </a:gridCol>
                <a:gridCol w="2628900">
                  <a:extLst>
                    <a:ext uri="{9D8B030D-6E8A-4147-A177-3AD203B41FA5}">
                      <a16:colId xmlns:a16="http://schemas.microsoft.com/office/drawing/2014/main" val="2116711163"/>
                    </a:ext>
                  </a:extLst>
                </a:gridCol>
                <a:gridCol w="2628900">
                  <a:extLst>
                    <a:ext uri="{9D8B030D-6E8A-4147-A177-3AD203B41FA5}">
                      <a16:colId xmlns:a16="http://schemas.microsoft.com/office/drawing/2014/main" val="1186885001"/>
                    </a:ext>
                  </a:extLst>
                </a:gridCol>
              </a:tblGrid>
              <a:tr h="699715">
                <a:tc>
                  <a:txBody>
                    <a:bodyPr/>
                    <a:lstStyle/>
                    <a:p>
                      <a:pPr algn="ctr"/>
                      <a:r>
                        <a:rPr lang="en-US" dirty="0">
                          <a:solidFill>
                            <a:schemeClr val="accent1">
                              <a:lumMod val="50000"/>
                            </a:schemeClr>
                          </a:solidFill>
                        </a:rPr>
                        <a:t>Metric</a:t>
                      </a:r>
                    </a:p>
                  </a:txBody>
                  <a:tcPr anchor="ctr"/>
                </a:tc>
                <a:tc>
                  <a:txBody>
                    <a:bodyPr/>
                    <a:lstStyle/>
                    <a:p>
                      <a:pPr algn="ctr"/>
                      <a:r>
                        <a:rPr lang="en-US" dirty="0">
                          <a:solidFill>
                            <a:schemeClr val="accent1">
                              <a:lumMod val="50000"/>
                            </a:schemeClr>
                          </a:solidFill>
                        </a:rPr>
                        <a:t>Current value</a:t>
                      </a:r>
                    </a:p>
                  </a:txBody>
                  <a:tcPr anchor="ctr"/>
                </a:tc>
                <a:tc>
                  <a:txBody>
                    <a:bodyPr/>
                    <a:lstStyle/>
                    <a:p>
                      <a:pPr algn="ctr"/>
                      <a:r>
                        <a:rPr lang="en-US" dirty="0">
                          <a:solidFill>
                            <a:schemeClr val="accent1">
                              <a:lumMod val="50000"/>
                            </a:schemeClr>
                          </a:solidFill>
                        </a:rPr>
                        <a:t>Previous quarter</a:t>
                      </a:r>
                    </a:p>
                  </a:txBody>
                  <a:tcPr anchor="ctr"/>
                </a:tc>
                <a:tc>
                  <a:txBody>
                    <a:bodyPr/>
                    <a:lstStyle/>
                    <a:p>
                      <a:pPr algn="ctr"/>
                      <a:r>
                        <a:rPr lang="en-US" dirty="0">
                          <a:solidFill>
                            <a:schemeClr val="accent1">
                              <a:lumMod val="50000"/>
                            </a:schemeClr>
                          </a:solidFill>
                        </a:rPr>
                        <a:t>Change (%)</a:t>
                      </a:r>
                    </a:p>
                  </a:txBody>
                  <a:tcPr anchor="ctr"/>
                </a:tc>
                <a:extLst>
                  <a:ext uri="{0D108BD9-81ED-4DB2-BD59-A6C34878D82A}">
                    <a16:rowId xmlns:a16="http://schemas.microsoft.com/office/drawing/2014/main" val="3741017008"/>
                  </a:ext>
                </a:extLst>
              </a:tr>
              <a:tr h="699715">
                <a:tc>
                  <a:txBody>
                    <a:bodyPr/>
                    <a:lstStyle/>
                    <a:p>
                      <a:pPr algn="ctr"/>
                      <a:r>
                        <a:rPr lang="en-US" dirty="0"/>
                        <a:t>Revenue</a:t>
                      </a:r>
                    </a:p>
                  </a:txBody>
                  <a:tcPr anchor="ctr"/>
                </a:tc>
                <a:tc>
                  <a:txBody>
                    <a:bodyPr/>
                    <a:lstStyle/>
                    <a:p>
                      <a:pPr algn="ctr"/>
                      <a:r>
                        <a:rPr lang="en-US" dirty="0"/>
                        <a:t>$2,500,000</a:t>
                      </a:r>
                    </a:p>
                  </a:txBody>
                  <a:tcPr anchor="ctr"/>
                </a:tc>
                <a:tc>
                  <a:txBody>
                    <a:bodyPr/>
                    <a:lstStyle/>
                    <a:p>
                      <a:pPr algn="ctr"/>
                      <a:r>
                        <a:rPr lang="en-US" dirty="0"/>
                        <a:t>$2,200,000</a:t>
                      </a:r>
                    </a:p>
                  </a:txBody>
                  <a:tcPr anchor="ctr"/>
                </a:tc>
                <a:tc>
                  <a:txBody>
                    <a:bodyPr/>
                    <a:lstStyle/>
                    <a:p>
                      <a:pPr algn="ctr"/>
                      <a:r>
                        <a:rPr lang="en-US" dirty="0"/>
                        <a:t>+14%</a:t>
                      </a:r>
                    </a:p>
                  </a:txBody>
                  <a:tcPr anchor="ctr"/>
                </a:tc>
                <a:extLst>
                  <a:ext uri="{0D108BD9-81ED-4DB2-BD59-A6C34878D82A}">
                    <a16:rowId xmlns:a16="http://schemas.microsoft.com/office/drawing/2014/main" val="511888340"/>
                  </a:ext>
                </a:extLst>
              </a:tr>
              <a:tr h="699715">
                <a:tc>
                  <a:txBody>
                    <a:bodyPr/>
                    <a:lstStyle/>
                    <a:p>
                      <a:pPr algn="ctr"/>
                      <a:r>
                        <a:rPr lang="en-US" dirty="0"/>
                        <a:t>Operating expenses</a:t>
                      </a:r>
                    </a:p>
                  </a:txBody>
                  <a:tcPr anchor="ctr"/>
                </a:tc>
                <a:tc>
                  <a:txBody>
                    <a:bodyPr/>
                    <a:lstStyle/>
                    <a:p>
                      <a:pPr algn="ctr"/>
                      <a:r>
                        <a:rPr lang="en-US" dirty="0"/>
                        <a:t>$1,200,000	</a:t>
                      </a:r>
                    </a:p>
                  </a:txBody>
                  <a:tcPr anchor="ctr"/>
                </a:tc>
                <a:tc>
                  <a:txBody>
                    <a:bodyPr/>
                    <a:lstStyle/>
                    <a:p>
                      <a:pPr algn="ctr"/>
                      <a:r>
                        <a:rPr lang="en-US" dirty="0"/>
                        <a:t>$1,400,000	</a:t>
                      </a:r>
                    </a:p>
                  </a:txBody>
                  <a:tcPr anchor="ctr"/>
                </a:tc>
                <a:tc>
                  <a:txBody>
                    <a:bodyPr/>
                    <a:lstStyle/>
                    <a:p>
                      <a:pPr algn="ctr"/>
                      <a:r>
                        <a:rPr lang="en-US" dirty="0"/>
                        <a:t>-14%</a:t>
                      </a:r>
                    </a:p>
                  </a:txBody>
                  <a:tcPr anchor="ctr"/>
                </a:tc>
                <a:extLst>
                  <a:ext uri="{0D108BD9-81ED-4DB2-BD59-A6C34878D82A}">
                    <a16:rowId xmlns:a16="http://schemas.microsoft.com/office/drawing/2014/main" val="3937089168"/>
                  </a:ext>
                </a:extLst>
              </a:tr>
              <a:tr h="699715">
                <a:tc>
                  <a:txBody>
                    <a:bodyPr/>
                    <a:lstStyle/>
                    <a:p>
                      <a:pPr algn="ctr"/>
                      <a:r>
                        <a:rPr lang="en-US" dirty="0"/>
                        <a:t>Net profit</a:t>
                      </a:r>
                    </a:p>
                  </a:txBody>
                  <a:tcPr anchor="ctr"/>
                </a:tc>
                <a:tc>
                  <a:txBody>
                    <a:bodyPr/>
                    <a:lstStyle/>
                    <a:p>
                      <a:pPr algn="ctr"/>
                      <a:r>
                        <a:rPr lang="en-US" dirty="0"/>
                        <a:t>$1,000,000	</a:t>
                      </a:r>
                    </a:p>
                  </a:txBody>
                  <a:tcPr anchor="ctr"/>
                </a:tc>
                <a:tc>
                  <a:txBody>
                    <a:bodyPr/>
                    <a:lstStyle/>
                    <a:p>
                      <a:pPr algn="ctr"/>
                      <a:r>
                        <a:rPr lang="en-US" dirty="0"/>
                        <a:t>$800,000	</a:t>
                      </a:r>
                    </a:p>
                  </a:txBody>
                  <a:tcPr anchor="ctr"/>
                </a:tc>
                <a:tc>
                  <a:txBody>
                    <a:bodyPr/>
                    <a:lstStyle/>
                    <a:p>
                      <a:pPr algn="ctr"/>
                      <a:r>
                        <a:rPr lang="en-US" dirty="0"/>
                        <a:t>+25%</a:t>
                      </a:r>
                    </a:p>
                  </a:txBody>
                  <a:tcPr anchor="ctr"/>
                </a:tc>
                <a:extLst>
                  <a:ext uri="{0D108BD9-81ED-4DB2-BD59-A6C34878D82A}">
                    <a16:rowId xmlns:a16="http://schemas.microsoft.com/office/drawing/2014/main" val="1031597798"/>
                  </a:ext>
                </a:extLst>
              </a:tr>
              <a:tr h="699715">
                <a:tc>
                  <a:txBody>
                    <a:bodyPr/>
                    <a:lstStyle/>
                    <a:p>
                      <a:pPr algn="ctr"/>
                      <a:r>
                        <a:rPr lang="en-US" dirty="0"/>
                        <a:t>Operating margin</a:t>
                      </a:r>
                    </a:p>
                  </a:txBody>
                  <a:tcPr anchor="ctr"/>
                </a:tc>
                <a:tc>
                  <a:txBody>
                    <a:bodyPr/>
                    <a:lstStyle/>
                    <a:p>
                      <a:pPr algn="ctr"/>
                      <a:r>
                        <a:rPr lang="en-US" dirty="0"/>
                        <a:t>40%</a:t>
                      </a:r>
                    </a:p>
                  </a:txBody>
                  <a:tcPr anchor="ctr"/>
                </a:tc>
                <a:tc>
                  <a:txBody>
                    <a:bodyPr/>
                    <a:lstStyle/>
                    <a:p>
                      <a:pPr algn="ctr"/>
                      <a:r>
                        <a:rPr lang="en-US" dirty="0"/>
                        <a:t>36%</a:t>
                      </a:r>
                    </a:p>
                  </a:txBody>
                  <a:tcPr anchor="ctr"/>
                </a:tc>
                <a:tc>
                  <a:txBody>
                    <a:bodyPr/>
                    <a:lstStyle/>
                    <a:p>
                      <a:pPr algn="ctr"/>
                      <a:r>
                        <a:rPr lang="en-US" dirty="0"/>
                        <a:t>+4%</a:t>
                      </a:r>
                    </a:p>
                  </a:txBody>
                  <a:tcPr anchor="ctr"/>
                </a:tc>
                <a:extLst>
                  <a:ext uri="{0D108BD9-81ED-4DB2-BD59-A6C34878D82A}">
                    <a16:rowId xmlns:a16="http://schemas.microsoft.com/office/drawing/2014/main" val="1194376521"/>
                  </a:ext>
                </a:extLst>
              </a:tr>
              <a:tr h="699715">
                <a:tc>
                  <a:txBody>
                    <a:bodyPr/>
                    <a:lstStyle/>
                    <a:p>
                      <a:pPr algn="ctr"/>
                      <a:r>
                        <a:rPr lang="en-US" dirty="0"/>
                        <a:t>Cash reserves</a:t>
                      </a:r>
                    </a:p>
                  </a:txBody>
                  <a:tcPr anchor="ctr"/>
                </a:tc>
                <a:tc>
                  <a:txBody>
                    <a:bodyPr/>
                    <a:lstStyle/>
                    <a:p>
                      <a:pPr algn="ctr"/>
                      <a:r>
                        <a:rPr lang="en-US" dirty="0"/>
                        <a:t>$5,000,000	</a:t>
                      </a:r>
                    </a:p>
                  </a:txBody>
                  <a:tcPr anchor="ctr"/>
                </a:tc>
                <a:tc>
                  <a:txBody>
                    <a:bodyPr/>
                    <a:lstStyle/>
                    <a:p>
                      <a:pPr algn="ctr"/>
                      <a:r>
                        <a:rPr lang="en-US" dirty="0"/>
                        <a:t>$4,500,000	</a:t>
                      </a:r>
                    </a:p>
                  </a:txBody>
                  <a:tcPr anchor="ctr"/>
                </a:tc>
                <a:tc>
                  <a:txBody>
                    <a:bodyPr/>
                    <a:lstStyle/>
                    <a:p>
                      <a:pPr algn="ctr"/>
                      <a:r>
                        <a:rPr lang="en-US" dirty="0"/>
                        <a:t>+11%</a:t>
                      </a:r>
                    </a:p>
                  </a:txBody>
                  <a:tcPr anchor="ctr"/>
                </a:tc>
                <a:extLst>
                  <a:ext uri="{0D108BD9-81ED-4DB2-BD59-A6C34878D82A}">
                    <a16:rowId xmlns:a16="http://schemas.microsoft.com/office/drawing/2014/main" val="1918266800"/>
                  </a:ext>
                </a:extLst>
              </a:tr>
            </a:tbl>
          </a:graphicData>
        </a:graphic>
      </p:graphicFrame>
    </p:spTree>
    <p:extLst>
      <p:ext uri="{BB962C8B-B14F-4D97-AF65-F5344CB8AC3E}">
        <p14:creationId xmlns:p14="http://schemas.microsoft.com/office/powerpoint/2010/main" val="3000970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7AEF70-82D5-7640-21AD-BEAC8FBD4CFF}"/>
              </a:ext>
            </a:extLst>
          </p:cNvPr>
          <p:cNvSpPr>
            <a:spLocks noGrp="1"/>
          </p:cNvSpPr>
          <p:nvPr>
            <p:ph type="title"/>
          </p:nvPr>
        </p:nvSpPr>
        <p:spPr>
          <a:xfrm>
            <a:off x="617542" y="132080"/>
            <a:ext cx="4928894" cy="6507711"/>
          </a:xfrm>
        </p:spPr>
        <p:txBody>
          <a:bodyPr/>
          <a:lstStyle/>
          <a:p>
            <a:pPr lvl="0"/>
            <a:r>
              <a:rPr lang="en-US" noProof="0" dirty="0"/>
              <a:t>Innovative solutions</a:t>
            </a:r>
          </a:p>
        </p:txBody>
      </p:sp>
      <p:pic>
        <p:nvPicPr>
          <p:cNvPr id="10" name="Picture Placeholder 9">
            <a:extLst>
              <a:ext uri="{FF2B5EF4-FFF2-40B4-BE49-F238E27FC236}">
                <a16:creationId xmlns:a16="http://schemas.microsoft.com/office/drawing/2014/main" id="{B1C915CE-EC91-4DEE-9C0D-2A94031D5DC3}"/>
              </a:ext>
              <a:ext uri="{C183D7F6-B498-43B3-948B-1728B52AA6E4}">
                <adec:decorative xmlns:adec="http://schemas.microsoft.com/office/drawing/2017/decorative" val="1"/>
              </a:ext>
            </a:extLst>
          </p:cNvPr>
          <p:cNvPicPr>
            <a:picLocks noGrp="1" noChangeAspect="1"/>
          </p:cNvPicPr>
          <p:nvPr>
            <p:ph type="pic" sz="quarter" idx="10"/>
          </p:nvPr>
        </p:nvPicPr>
        <p:blipFill rotWithShape="1">
          <a:blip r:embed="rId3"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l="101" r="101"/>
          <a:stretch/>
        </p:blipFill>
        <p:spPr>
          <a:xfrm>
            <a:off x="7429500" y="992188"/>
            <a:ext cx="3425825" cy="5018087"/>
          </a:xfrm>
        </p:spPr>
      </p:pic>
    </p:spTree>
    <p:extLst>
      <p:ext uri="{BB962C8B-B14F-4D97-AF65-F5344CB8AC3E}">
        <p14:creationId xmlns:p14="http://schemas.microsoft.com/office/powerpoint/2010/main" val="38028085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0E1BB1-C5B6-C34A-6087-4868288761AF}"/>
              </a:ext>
            </a:extLst>
          </p:cNvPr>
          <p:cNvSpPr>
            <a:spLocks noGrp="1"/>
          </p:cNvSpPr>
          <p:nvPr>
            <p:ph type="title"/>
          </p:nvPr>
        </p:nvSpPr>
        <p:spPr>
          <a:xfrm>
            <a:off x="529935" y="571499"/>
            <a:ext cx="11118274" cy="1154114"/>
          </a:xfrm>
        </p:spPr>
        <p:txBody>
          <a:bodyPr/>
          <a:lstStyle/>
          <a:p>
            <a:pPr lvl="0"/>
            <a:r>
              <a:rPr lang="en-US" noProof="0" dirty="0"/>
              <a:t>Future initiatives</a:t>
            </a:r>
          </a:p>
        </p:txBody>
      </p:sp>
      <p:sp>
        <p:nvSpPr>
          <p:cNvPr id="3" name="Content Placeholder 2">
            <a:extLst>
              <a:ext uri="{FF2B5EF4-FFF2-40B4-BE49-F238E27FC236}">
                <a16:creationId xmlns:a16="http://schemas.microsoft.com/office/drawing/2014/main" id="{0A77EDD1-5A8E-0F37-E892-65A530E36B20}"/>
              </a:ext>
            </a:extLst>
          </p:cNvPr>
          <p:cNvSpPr>
            <a:spLocks noGrp="1"/>
          </p:cNvSpPr>
          <p:nvPr>
            <p:ph sz="quarter" idx="17"/>
          </p:nvPr>
        </p:nvSpPr>
        <p:spPr>
          <a:xfrm>
            <a:off x="841667" y="2461056"/>
            <a:ext cx="3626424" cy="3721535"/>
          </a:xfrm>
        </p:spPr>
        <p:txBody>
          <a:bodyPr/>
          <a:lstStyle/>
          <a:p>
            <a:pPr lvl="0"/>
            <a:r>
              <a:rPr lang="en-US" noProof="0" dirty="0"/>
              <a:t>Green supply chain</a:t>
            </a:r>
          </a:p>
          <a:p>
            <a:pPr lvl="0"/>
            <a:r>
              <a:rPr lang="en-US" noProof="0" dirty="0"/>
              <a:t>Reduced carbon footprint</a:t>
            </a:r>
          </a:p>
          <a:p>
            <a:pPr lvl="0"/>
            <a:r>
              <a:rPr lang="en-US" noProof="0" dirty="0"/>
              <a:t>Waste reduction</a:t>
            </a:r>
          </a:p>
          <a:p>
            <a:pPr lvl="0"/>
            <a:r>
              <a:rPr lang="en-US" noProof="0" dirty="0"/>
              <a:t>Water conservation</a:t>
            </a:r>
          </a:p>
        </p:txBody>
      </p:sp>
      <p:sp>
        <p:nvSpPr>
          <p:cNvPr id="4" name="Content Placeholder 3">
            <a:extLst>
              <a:ext uri="{FF2B5EF4-FFF2-40B4-BE49-F238E27FC236}">
                <a16:creationId xmlns:a16="http://schemas.microsoft.com/office/drawing/2014/main" id="{D548ADA2-B38F-A25B-C324-05E10CE9CD9F}"/>
              </a:ext>
            </a:extLst>
          </p:cNvPr>
          <p:cNvSpPr>
            <a:spLocks noGrp="1"/>
          </p:cNvSpPr>
          <p:nvPr>
            <p:ph sz="quarter" idx="18"/>
          </p:nvPr>
        </p:nvSpPr>
        <p:spPr>
          <a:xfrm>
            <a:off x="5995282" y="2440275"/>
            <a:ext cx="5164553" cy="3721534"/>
          </a:xfrm>
        </p:spPr>
        <p:txBody>
          <a:bodyPr>
            <a:normAutofit/>
          </a:bodyPr>
          <a:lstStyle/>
          <a:p>
            <a:r>
              <a:rPr lang="en-US" noProof="0" dirty="0"/>
              <a:t>Product enhancement. </a:t>
            </a:r>
          </a:p>
          <a:p>
            <a:pPr lvl="1"/>
            <a:r>
              <a:rPr lang="en-US" noProof="0" dirty="0"/>
              <a:t>Introduce regular updates and features to enhance product offerings.</a:t>
            </a:r>
          </a:p>
          <a:p>
            <a:r>
              <a:rPr lang="en-US" noProof="0" dirty="0"/>
              <a:t>Technology integration. </a:t>
            </a:r>
          </a:p>
          <a:p>
            <a:pPr lvl="1"/>
            <a:r>
              <a:rPr lang="en-US" noProof="0" dirty="0"/>
              <a:t>Explore emerging technologies for potential integration into our operations.</a:t>
            </a:r>
          </a:p>
          <a:p>
            <a:r>
              <a:rPr lang="en-US" noProof="0" dirty="0"/>
              <a:t>Collaborative partnerships. </a:t>
            </a:r>
          </a:p>
          <a:p>
            <a:pPr lvl="1"/>
            <a:r>
              <a:rPr lang="en-US" noProof="0" dirty="0"/>
              <a:t>Foster collaborations with tech innovators and industry leaders to drive innovation.</a:t>
            </a:r>
          </a:p>
        </p:txBody>
      </p:sp>
    </p:spTree>
    <p:extLst>
      <p:ext uri="{BB962C8B-B14F-4D97-AF65-F5344CB8AC3E}">
        <p14:creationId xmlns:p14="http://schemas.microsoft.com/office/powerpoint/2010/main" val="31193540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005011-03FC-652B-2538-4EAE68ABF80D}"/>
              </a:ext>
            </a:extLst>
          </p:cNvPr>
          <p:cNvSpPr>
            <a:spLocks noGrp="1"/>
          </p:cNvSpPr>
          <p:nvPr>
            <p:ph type="title"/>
          </p:nvPr>
        </p:nvSpPr>
        <p:spPr>
          <a:xfrm>
            <a:off x="770660" y="1017858"/>
            <a:ext cx="10650681" cy="2719255"/>
          </a:xfrm>
        </p:spPr>
        <p:txBody>
          <a:bodyPr/>
          <a:lstStyle/>
          <a:p>
            <a:pPr lvl="0"/>
            <a:r>
              <a:rPr lang="en-US" dirty="0"/>
              <a:t>Thank You</a:t>
            </a:r>
            <a:endParaRPr lang="en-US" noProof="0" dirty="0"/>
          </a:p>
        </p:txBody>
      </p:sp>
      <p:sp>
        <p:nvSpPr>
          <p:cNvPr id="3" name="Text Placeholder 2">
            <a:extLst>
              <a:ext uri="{FF2B5EF4-FFF2-40B4-BE49-F238E27FC236}">
                <a16:creationId xmlns:a16="http://schemas.microsoft.com/office/drawing/2014/main" id="{411A2349-EF0B-F33D-13F9-826241461648}"/>
              </a:ext>
            </a:extLst>
          </p:cNvPr>
          <p:cNvSpPr>
            <a:spLocks noGrp="1"/>
          </p:cNvSpPr>
          <p:nvPr>
            <p:ph type="body" sz="quarter" idx="14"/>
          </p:nvPr>
        </p:nvSpPr>
        <p:spPr>
          <a:xfrm>
            <a:off x="770660" y="4042066"/>
            <a:ext cx="10650681" cy="2296843"/>
          </a:xfrm>
        </p:spPr>
        <p:txBody>
          <a:bodyPr/>
          <a:lstStyle/>
          <a:p>
            <a:pPr lvl="0"/>
            <a:r>
              <a:rPr lang="en-US" noProof="0"/>
              <a:t>Mirjam</a:t>
            </a:r>
            <a:r>
              <a:rPr lang="en-US" noProof="0" dirty="0"/>
              <a:t> Nilsson</a:t>
            </a:r>
          </a:p>
          <a:p>
            <a:pPr lvl="0"/>
            <a:r>
              <a:rPr lang="en-US" dirty="0"/>
              <a:t>m</a:t>
            </a:r>
            <a:r>
              <a:rPr lang="en-US" noProof="0" dirty="0"/>
              <a:t>irjam@contoso.com</a:t>
            </a:r>
          </a:p>
          <a:p>
            <a:pPr lvl="0"/>
            <a:r>
              <a:rPr lang="en-US" dirty="0"/>
              <a:t>w</a:t>
            </a:r>
            <a:r>
              <a:rPr lang="en-US" noProof="0" dirty="0"/>
              <a:t>ww.contoso.com</a:t>
            </a:r>
          </a:p>
        </p:txBody>
      </p:sp>
    </p:spTree>
    <p:extLst>
      <p:ext uri="{BB962C8B-B14F-4D97-AF65-F5344CB8AC3E}">
        <p14:creationId xmlns:p14="http://schemas.microsoft.com/office/powerpoint/2010/main" val="366365792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Quotable">
  <a:themeElements>
    <a:clrScheme name="Quotable">
      <a:dk1>
        <a:sysClr val="windowText" lastClr="000000"/>
      </a:dk1>
      <a:lt1>
        <a:sysClr val="window" lastClr="FFFFFF"/>
      </a:lt1>
      <a:dk2>
        <a:srgbClr val="212121"/>
      </a:dk2>
      <a:lt2>
        <a:srgbClr val="636363"/>
      </a:lt2>
      <a:accent1>
        <a:srgbClr val="00C6BB"/>
      </a:accent1>
      <a:accent2>
        <a:srgbClr val="6FEBA0"/>
      </a:accent2>
      <a:accent3>
        <a:srgbClr val="B6DF5E"/>
      </a:accent3>
      <a:accent4>
        <a:srgbClr val="EFB251"/>
      </a:accent4>
      <a:accent5>
        <a:srgbClr val="EF755F"/>
      </a:accent5>
      <a:accent6>
        <a:srgbClr val="ED515C"/>
      </a:accent6>
      <a:hlink>
        <a:srgbClr val="8F8F8F"/>
      </a:hlink>
      <a:folHlink>
        <a:srgbClr val="A5A5A5"/>
      </a:folHlink>
    </a:clrScheme>
    <a:fontScheme name="Quotable">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Quotable">
      <a:fillStyleLst>
        <a:solidFill>
          <a:schemeClr val="phClr"/>
        </a:solidFill>
        <a:gradFill rotWithShape="1">
          <a:gsLst>
            <a:gs pos="0">
              <a:schemeClr val="phClr">
                <a:tint val="80000"/>
                <a:lumMod val="105000"/>
              </a:schemeClr>
            </a:gs>
            <a:gs pos="100000">
              <a:schemeClr val="phClr">
                <a:tint val="90000"/>
              </a:schemeClr>
            </a:gs>
          </a:gsLst>
          <a:lin ang="5400000" scaled="0"/>
        </a:gradFill>
        <a:blipFill rotWithShape="1">
          <a:blip xmlns:r="http://schemas.openxmlformats.org/officeDocument/2006/relationships" r:embed="rId1">
            <a:duotone>
              <a:schemeClr val="phClr">
                <a:tint val="98000"/>
                <a:lumMod val="102000"/>
              </a:schemeClr>
              <a:schemeClr val="phClr">
                <a:shade val="98000"/>
                <a:lumMod val="98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effectStyle>
        <a:effectStyle>
          <a:effectLst>
            <a:innerShdw blurRad="63500" dist="25400" dir="13500000">
              <a:srgbClr val="000000">
                <a:alpha val="75000"/>
              </a:srgbClr>
            </a:innerShdw>
          </a:effectLst>
        </a:effectStyle>
      </a:effectStyleLst>
      <a:bgFillStyleLst>
        <a:solidFill>
          <a:schemeClr val="phClr"/>
        </a:solidFill>
        <a:gradFill rotWithShape="1">
          <a:gsLst>
            <a:gs pos="0">
              <a:schemeClr val="phClr">
                <a:tint val="100000"/>
              </a:schemeClr>
            </a:gs>
            <a:gs pos="100000">
              <a:schemeClr val="phClr">
                <a:tint val="84000"/>
                <a:shade val="84000"/>
                <a:lumMod val="90000"/>
              </a:schemeClr>
            </a:gs>
          </a:gsLst>
          <a:lin ang="5400000" scaled="0"/>
        </a:gradFill>
        <a:gradFill rotWithShape="1">
          <a:gsLst>
            <a:gs pos="0">
              <a:schemeClr val="phClr">
                <a:tint val="84000"/>
                <a:shade val="90000"/>
                <a:satMod val="120000"/>
                <a:lumMod val="90000"/>
              </a:schemeClr>
            </a:gs>
            <a:gs pos="100000">
              <a:schemeClr val="phClr"/>
            </a:gs>
          </a:gsLst>
          <a:lin ang="5400000" scaled="0"/>
        </a:gradFill>
      </a:bgFillStyleLst>
    </a:fmtScheme>
  </a:themeElements>
  <a:objectDefaults/>
  <a:extraClrSchemeLst/>
  <a:extLst>
    <a:ext uri="{05A4C25C-085E-4340-85A3-A5531E510DB2}">
      <thm15:themeFamily xmlns:thm15="http://schemas.microsoft.com/office/thememl/2012/main" name="TM11381587_Win32_SL_v6" id="{5005B820-A0B7-49EA-8569-DCF0CD2DBB9D}" vid="{2E48C80D-E25D-44C4-BCFD-F1465E9B612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4ACCF44-01D5-4C40-9EAC-D3C3683409F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F29F0C84-2C14-4FB8-88C2-9577181F2CC2}">
  <ds:schemaRefs>
    <ds:schemaRef ds:uri="http://schemas.microsoft.com/sharepoint/v3/contenttype/forms"/>
  </ds:schemaRefs>
</ds:datastoreItem>
</file>

<file path=customXml/itemProps3.xml><?xml version="1.0" encoding="utf-8"?>
<ds:datastoreItem xmlns:ds="http://schemas.openxmlformats.org/officeDocument/2006/customXml" ds:itemID="{272B3831-C4F2-498C-8E5F-F8D6F905483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{ABD162D2-7D00-4F95-A3AC-B93D654ABDBD}TF4e23ad37-c1a6-42e6-a6ec-6518d97eca9ec3cad5d6_win32-e4fb00466b0d</Template>
  <TotalTime>29</TotalTime>
  <Words>443</Words>
  <Application>Microsoft Office PowerPoint</Application>
  <PresentationFormat>Widescreen</PresentationFormat>
  <Paragraphs>127</Paragraphs>
  <Slides>15</Slides>
  <Notes>15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Aptos</vt:lpstr>
      <vt:lpstr>Arial</vt:lpstr>
      <vt:lpstr>Calibri</vt:lpstr>
      <vt:lpstr>Century Gothic</vt:lpstr>
      <vt:lpstr>Courier New</vt:lpstr>
      <vt:lpstr>Monotype Corsiva</vt:lpstr>
      <vt:lpstr>Wingdings 2</vt:lpstr>
      <vt:lpstr>Quotable</vt:lpstr>
      <vt:lpstr>How AI Coding Assistants Are Changing Software Development</vt:lpstr>
      <vt:lpstr>What Are AI Coding Assistants?</vt:lpstr>
      <vt:lpstr>Benefits for Developers</vt:lpstr>
      <vt:lpstr>Risks and Limitations</vt:lpstr>
      <vt:lpstr>Conclusion</vt:lpstr>
      <vt:lpstr>Market expansion</vt:lpstr>
      <vt:lpstr>Product launch</vt:lpstr>
      <vt:lpstr>Marketing strategies</vt:lpstr>
      <vt:lpstr>Financial overview</vt:lpstr>
      <vt:lpstr>Innovative decisions</vt:lpstr>
      <vt:lpstr>Quarterly  targets</vt:lpstr>
      <vt:lpstr>Financial snapshot</vt:lpstr>
      <vt:lpstr>Innovative solutions</vt:lpstr>
      <vt:lpstr>Future initiatives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Mohamed Ali</dc:creator>
  <cp:lastModifiedBy>mrmohd ali</cp:lastModifiedBy>
  <cp:revision>1</cp:revision>
  <dcterms:created xsi:type="dcterms:W3CDTF">2026-10-19T03:31:38Z</dcterms:created>
  <dcterms:modified xsi:type="dcterms:W3CDTF">2026-10-19T04:01:28Z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